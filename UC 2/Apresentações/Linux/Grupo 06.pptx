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59" r:id="rId5"/>
    <p:sldId id="258" r:id="rId6"/>
    <p:sldId id="256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4A4C1-25D3-4C96-9C3F-8BCB1D92B1BF}" v="1" dt="2023-10-09T01:35:37.796"/>
    <p1510:client id="{3924F100-6983-4DF3-944D-B98ADF2DC2AC}" v="15" dt="2023-10-05T22:33:38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50" d="100"/>
          <a:sy n="50" d="100"/>
        </p:scale>
        <p:origin x="209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CORREA RIBEIRO" userId="23663555-d637-4628-be3b-e07839b6b052" providerId="ADAL" clId="{3924F100-6983-4DF3-944D-B98ADF2DC2AC}"/>
    <pc:docChg chg="undo custSel addSld modSld sldOrd">
      <pc:chgData name="GUILHERME CORREA RIBEIRO" userId="23663555-d637-4628-be3b-e07839b6b052" providerId="ADAL" clId="{3924F100-6983-4DF3-944D-B98ADF2DC2AC}" dt="2023-10-05T22:33:38.618" v="84"/>
      <pc:docMkLst>
        <pc:docMk/>
      </pc:docMkLst>
      <pc:sldChg chg="addSp modSp mod ord modTransition">
        <pc:chgData name="GUILHERME CORREA RIBEIRO" userId="23663555-d637-4628-be3b-e07839b6b052" providerId="ADAL" clId="{3924F100-6983-4DF3-944D-B98ADF2DC2AC}" dt="2023-10-05T22:33:38.618" v="84"/>
        <pc:sldMkLst>
          <pc:docMk/>
          <pc:sldMk cId="1604075929" sldId="256"/>
        </pc:sldMkLst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5" creationId="{4C509044-28FD-7A04-2FCE-A2A2A648368E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6" creationId="{6AA35A04-66EF-68CF-F586-AF390F6D678E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8" creationId="{B19E756B-4AD6-79D0-34BF-6B4CC1B46446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9" creationId="{834C329A-8EF2-19A9-1344-4C06698842E5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11" creationId="{46DE947D-714C-0CD1-28ED-E55B212FB0E0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12" creationId="{8DC35619-B04E-EEB1-AF70-FEC8DCD9CC14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13" creationId="{ED519175-A824-F306-1CC4-5CA0CBC1723B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14" creationId="{4670715B-95A7-DA5E-87AE-30BBEE6B969D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15" creationId="{B01F86F3-B02B-01C8-0168-BCAF32BB5D83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16" creationId="{D346B525-020E-B17B-6D34-FECFD8CB67D0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17" creationId="{EE7930D6-9CB5-3CC8-A79B-47F4DD387419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18" creationId="{0E7A3EAC-F798-865B-69A2-F549F6216616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19" creationId="{B6807950-AEEA-7A1B-5FEE-16EB95A6611A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36" creationId="{A2944766-FCA3-0639-A941-F43C5B706D5E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39" creationId="{584C01C7-81CA-BC9E-C89D-527E968688E5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40" creationId="{C09C332D-8FB0-5447-E5C0-4EFCA51290ED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41" creationId="{FC9320A9-B21D-2F6A-D89B-F64A2BC707A8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45" creationId="{FEF0D03B-6AA0-820F-5DB8-BEDFC23DD14D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48" creationId="{CE7D2740-C273-1695-2FDA-8C97E1AF77D5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49" creationId="{4792C279-B417-5E39-051A-6953883CD05B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50" creationId="{574D4C04-7D2B-1AC4-B9B0-D6276A3BE362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51" creationId="{6382F21A-0533-B857-A732-EB1AF64F28AE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52" creationId="{E15AF1AA-6D54-E572-806B-C312D21A265F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53" creationId="{A557892A-7E5C-519E-0F17-F17BFB89540C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54" creationId="{0D9FDA09-62E3-6E70-DF34-FA6AF166E149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55" creationId="{9EA179D9-2F3D-48EF-8E17-A3B1D5C65145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56" creationId="{04202BB4-163C-B6AC-5D54-648B40C49A1C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60" creationId="{D5A331D9-6F87-35EB-0092-CA2E1B559A0C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61" creationId="{6C2BE56C-C744-7D3C-8265-63F1877F3EFD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62" creationId="{E731AF40-9B0E-35E0-5D06-AD543A207D16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63" creationId="{7F8B75E1-2FB0-5FBE-54CD-93E8D5282E31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65" creationId="{43731869-86A5-A88E-0E24-0073A720192D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66" creationId="{781693ED-BF02-EEFB-81FA-372D040C104B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67" creationId="{1AC99277-49EC-7423-BA5F-09F8CC36D406}"/>
          </ac:spMkLst>
        </pc:spChg>
        <pc:spChg chg="mod">
          <ac:chgData name="GUILHERME CORREA RIBEIRO" userId="23663555-d637-4628-be3b-e07839b6b052" providerId="ADAL" clId="{3924F100-6983-4DF3-944D-B98ADF2DC2AC}" dt="2023-10-05T22:30:38.240" v="33" actId="164"/>
          <ac:spMkLst>
            <pc:docMk/>
            <pc:sldMk cId="1604075929" sldId="256"/>
            <ac:spMk id="68" creationId="{9BE6407F-1CD3-3D7C-9099-9C1F61D6A035}"/>
          </ac:spMkLst>
        </pc:spChg>
        <pc:spChg chg="add mod">
          <ac:chgData name="GUILHERME CORREA RIBEIRO" userId="23663555-d637-4628-be3b-e07839b6b052" providerId="ADAL" clId="{3924F100-6983-4DF3-944D-B98ADF2DC2AC}" dt="2023-10-05T22:30:56.320" v="35" actId="164"/>
          <ac:spMkLst>
            <pc:docMk/>
            <pc:sldMk cId="1604075929" sldId="256"/>
            <ac:spMk id="76" creationId="{7F7502D5-CC17-54AE-C087-BF9AECB68F84}"/>
          </ac:spMkLst>
        </pc:spChg>
        <pc:spChg chg="add mod">
          <ac:chgData name="GUILHERME CORREA RIBEIRO" userId="23663555-d637-4628-be3b-e07839b6b052" providerId="ADAL" clId="{3924F100-6983-4DF3-944D-B98ADF2DC2AC}" dt="2023-10-05T22:30:56.320" v="35" actId="164"/>
          <ac:spMkLst>
            <pc:docMk/>
            <pc:sldMk cId="1604075929" sldId="256"/>
            <ac:spMk id="77" creationId="{A84B6C15-3456-EBE1-C8EE-459F28DBC769}"/>
          </ac:spMkLst>
        </pc:spChg>
        <pc:grpChg chg="mod">
          <ac:chgData name="GUILHERME CORREA RIBEIRO" userId="23663555-d637-4628-be3b-e07839b6b052" providerId="ADAL" clId="{3924F100-6983-4DF3-944D-B98ADF2DC2AC}" dt="2023-10-05T22:30:38.240" v="33" actId="164"/>
          <ac:grpSpMkLst>
            <pc:docMk/>
            <pc:sldMk cId="1604075929" sldId="256"/>
            <ac:grpSpMk id="7" creationId="{89550AB8-47D9-9D5C-0288-7121131D10DE}"/>
          </ac:grpSpMkLst>
        </pc:grpChg>
        <pc:grpChg chg="mod">
          <ac:chgData name="GUILHERME CORREA RIBEIRO" userId="23663555-d637-4628-be3b-e07839b6b052" providerId="ADAL" clId="{3924F100-6983-4DF3-944D-B98ADF2DC2AC}" dt="2023-10-05T22:30:38.240" v="33" actId="164"/>
          <ac:grpSpMkLst>
            <pc:docMk/>
            <pc:sldMk cId="1604075929" sldId="256"/>
            <ac:grpSpMk id="20" creationId="{83763ADE-440D-69EB-F26E-D6C02474B8FA}"/>
          </ac:grpSpMkLst>
        </pc:grpChg>
        <pc:grpChg chg="mod">
          <ac:chgData name="GUILHERME CORREA RIBEIRO" userId="23663555-d637-4628-be3b-e07839b6b052" providerId="ADAL" clId="{3924F100-6983-4DF3-944D-B98ADF2DC2AC}" dt="2023-10-05T22:30:38.240" v="33" actId="164"/>
          <ac:grpSpMkLst>
            <pc:docMk/>
            <pc:sldMk cId="1604075929" sldId="256"/>
            <ac:grpSpMk id="21" creationId="{29F6C6DA-37A3-5F47-2D29-3B501A5B4E3C}"/>
          </ac:grpSpMkLst>
        </pc:grpChg>
        <pc:grpChg chg="mod">
          <ac:chgData name="GUILHERME CORREA RIBEIRO" userId="23663555-d637-4628-be3b-e07839b6b052" providerId="ADAL" clId="{3924F100-6983-4DF3-944D-B98ADF2DC2AC}" dt="2023-10-05T22:30:38.240" v="33" actId="164"/>
          <ac:grpSpMkLst>
            <pc:docMk/>
            <pc:sldMk cId="1604075929" sldId="256"/>
            <ac:grpSpMk id="46" creationId="{68390CBD-420B-F819-47DE-543D08F66BAC}"/>
          </ac:grpSpMkLst>
        </pc:grpChg>
        <pc:grpChg chg="mod">
          <ac:chgData name="GUILHERME CORREA RIBEIRO" userId="23663555-d637-4628-be3b-e07839b6b052" providerId="ADAL" clId="{3924F100-6983-4DF3-944D-B98ADF2DC2AC}" dt="2023-10-05T22:30:38.240" v="33" actId="164"/>
          <ac:grpSpMkLst>
            <pc:docMk/>
            <pc:sldMk cId="1604075929" sldId="256"/>
            <ac:grpSpMk id="47" creationId="{D8172B1D-A05D-41B2-1C0C-32FDC6794791}"/>
          </ac:grpSpMkLst>
        </pc:grpChg>
        <pc:grpChg chg="mod">
          <ac:chgData name="GUILHERME CORREA RIBEIRO" userId="23663555-d637-4628-be3b-e07839b6b052" providerId="ADAL" clId="{3924F100-6983-4DF3-944D-B98ADF2DC2AC}" dt="2023-10-05T22:30:38.240" v="33" actId="164"/>
          <ac:grpSpMkLst>
            <pc:docMk/>
            <pc:sldMk cId="1604075929" sldId="256"/>
            <ac:grpSpMk id="58" creationId="{D2E32B0F-A8E9-C56C-EFA2-08BD47415305}"/>
          </ac:grpSpMkLst>
        </pc:grpChg>
        <pc:grpChg chg="mod">
          <ac:chgData name="GUILHERME CORREA RIBEIRO" userId="23663555-d637-4628-be3b-e07839b6b052" providerId="ADAL" clId="{3924F100-6983-4DF3-944D-B98ADF2DC2AC}" dt="2023-10-05T22:30:38.240" v="33" actId="164"/>
          <ac:grpSpMkLst>
            <pc:docMk/>
            <pc:sldMk cId="1604075929" sldId="256"/>
            <ac:grpSpMk id="59" creationId="{524B5DE6-E9E7-7C4B-93A8-B073DA8AC9BE}"/>
          </ac:grpSpMkLst>
        </pc:grpChg>
        <pc:grpChg chg="add mod">
          <ac:chgData name="GUILHERME CORREA RIBEIRO" userId="23663555-d637-4628-be3b-e07839b6b052" providerId="ADAL" clId="{3924F100-6983-4DF3-944D-B98ADF2DC2AC}" dt="2023-10-05T22:28:04.248" v="1" actId="164"/>
          <ac:grpSpMkLst>
            <pc:docMk/>
            <pc:sldMk cId="1604075929" sldId="256"/>
            <ac:grpSpMk id="71" creationId="{6A75516F-4DD1-F836-EB9A-20BB6CAD4DDD}"/>
          </ac:grpSpMkLst>
        </pc:grpChg>
        <pc:grpChg chg="add mod">
          <ac:chgData name="GUILHERME CORREA RIBEIRO" userId="23663555-d637-4628-be3b-e07839b6b052" providerId="ADAL" clId="{3924F100-6983-4DF3-944D-B98ADF2DC2AC}" dt="2023-10-05T22:28:24.569" v="7" actId="164"/>
          <ac:grpSpMkLst>
            <pc:docMk/>
            <pc:sldMk cId="1604075929" sldId="256"/>
            <ac:grpSpMk id="72" creationId="{17662491-020A-ACC7-AE0A-9114EEB070DF}"/>
          </ac:grpSpMkLst>
        </pc:grpChg>
        <pc:grpChg chg="add mod">
          <ac:chgData name="GUILHERME CORREA RIBEIRO" userId="23663555-d637-4628-be3b-e07839b6b052" providerId="ADAL" clId="{3924F100-6983-4DF3-944D-B98ADF2DC2AC}" dt="2023-10-05T22:28:22.935" v="6" actId="164"/>
          <ac:grpSpMkLst>
            <pc:docMk/>
            <pc:sldMk cId="1604075929" sldId="256"/>
            <ac:grpSpMk id="73" creationId="{67F19BDB-C83F-AA26-4706-48D90DCA3628}"/>
          </ac:grpSpMkLst>
        </pc:grpChg>
        <pc:grpChg chg="add mod">
          <ac:chgData name="GUILHERME CORREA RIBEIRO" userId="23663555-d637-4628-be3b-e07839b6b052" providerId="ADAL" clId="{3924F100-6983-4DF3-944D-B98ADF2DC2AC}" dt="2023-10-05T22:30:38.240" v="33" actId="164"/>
          <ac:grpSpMkLst>
            <pc:docMk/>
            <pc:sldMk cId="1604075929" sldId="256"/>
            <ac:grpSpMk id="74" creationId="{330E72FF-8AAE-0B0D-9B4E-46051B86D66A}"/>
          </ac:grpSpMkLst>
        </pc:grpChg>
        <pc:grpChg chg="add mod">
          <ac:chgData name="GUILHERME CORREA RIBEIRO" userId="23663555-d637-4628-be3b-e07839b6b052" providerId="ADAL" clId="{3924F100-6983-4DF3-944D-B98ADF2DC2AC}" dt="2023-10-05T22:30:56.320" v="35" actId="164"/>
          <ac:grpSpMkLst>
            <pc:docMk/>
            <pc:sldMk cId="1604075929" sldId="256"/>
            <ac:grpSpMk id="75" creationId="{80A26B30-5698-F153-F152-355FDFC44867}"/>
          </ac:grpSpMkLst>
        </pc:grpChg>
        <pc:grpChg chg="add mod">
          <ac:chgData name="GUILHERME CORREA RIBEIRO" userId="23663555-d637-4628-be3b-e07839b6b052" providerId="ADAL" clId="{3924F100-6983-4DF3-944D-B98ADF2DC2AC}" dt="2023-10-05T22:30:38.240" v="33" actId="164"/>
          <ac:grpSpMkLst>
            <pc:docMk/>
            <pc:sldMk cId="1604075929" sldId="256"/>
            <ac:grpSpMk id="78" creationId="{84F29294-80C3-3A66-974E-4FB74235020A}"/>
          </ac:grpSpMkLst>
        </pc:grpChg>
        <pc:grpChg chg="add mod">
          <ac:chgData name="GUILHERME CORREA RIBEIRO" userId="23663555-d637-4628-be3b-e07839b6b052" providerId="ADAL" clId="{3924F100-6983-4DF3-944D-B98ADF2DC2AC}" dt="2023-10-05T22:30:56.320" v="35" actId="164"/>
          <ac:grpSpMkLst>
            <pc:docMk/>
            <pc:sldMk cId="1604075929" sldId="256"/>
            <ac:grpSpMk id="79" creationId="{D996EDD7-661A-71EC-0E4D-EA59234CE7D9}"/>
          </ac:grpSpMkLst>
        </pc:grpChg>
        <pc:picChg chg="mod">
          <ac:chgData name="GUILHERME CORREA RIBEIRO" userId="23663555-d637-4628-be3b-e07839b6b052" providerId="ADAL" clId="{3924F100-6983-4DF3-944D-B98ADF2DC2AC}" dt="2023-10-05T22:30:38.240" v="33" actId="164"/>
          <ac:picMkLst>
            <pc:docMk/>
            <pc:sldMk cId="1604075929" sldId="256"/>
            <ac:picMk id="4" creationId="{F5C0BD21-9515-1BA3-CA2F-B93C50EC36A7}"/>
          </ac:picMkLst>
        </pc:picChg>
        <pc:picChg chg="mod">
          <ac:chgData name="GUILHERME CORREA RIBEIRO" userId="23663555-d637-4628-be3b-e07839b6b052" providerId="ADAL" clId="{3924F100-6983-4DF3-944D-B98ADF2DC2AC}" dt="2023-10-05T22:30:38.240" v="33" actId="164"/>
          <ac:picMkLst>
            <pc:docMk/>
            <pc:sldMk cId="1604075929" sldId="256"/>
            <ac:picMk id="10" creationId="{1C3216A8-161F-3EA1-A720-776CDEC693AC}"/>
          </ac:picMkLst>
        </pc:picChg>
        <pc:picChg chg="mod">
          <ac:chgData name="GUILHERME CORREA RIBEIRO" userId="23663555-d637-4628-be3b-e07839b6b052" providerId="ADAL" clId="{3924F100-6983-4DF3-944D-B98ADF2DC2AC}" dt="2023-10-05T22:30:38.240" v="33" actId="164"/>
          <ac:picMkLst>
            <pc:docMk/>
            <pc:sldMk cId="1604075929" sldId="256"/>
            <ac:picMk id="37" creationId="{6D5A718C-B758-5022-9E22-83FE5CA3DCB2}"/>
          </ac:picMkLst>
        </pc:picChg>
        <pc:picChg chg="mod">
          <ac:chgData name="GUILHERME CORREA RIBEIRO" userId="23663555-d637-4628-be3b-e07839b6b052" providerId="ADAL" clId="{3924F100-6983-4DF3-944D-B98ADF2DC2AC}" dt="2023-10-05T22:30:38.240" v="33" actId="164"/>
          <ac:picMkLst>
            <pc:docMk/>
            <pc:sldMk cId="1604075929" sldId="256"/>
            <ac:picMk id="57" creationId="{18822738-E9B9-7741-0008-8778AF282438}"/>
          </ac:picMkLst>
        </pc:picChg>
        <pc:picChg chg="mod">
          <ac:chgData name="GUILHERME CORREA RIBEIRO" userId="23663555-d637-4628-be3b-e07839b6b052" providerId="ADAL" clId="{3924F100-6983-4DF3-944D-B98ADF2DC2AC}" dt="2023-10-05T22:30:38.240" v="33" actId="164"/>
          <ac:picMkLst>
            <pc:docMk/>
            <pc:sldMk cId="1604075929" sldId="256"/>
            <ac:picMk id="64" creationId="{016F52DA-AA66-401D-ACF8-B9D361D34549}"/>
          </ac:picMkLst>
        </pc:picChg>
      </pc:sldChg>
      <pc:sldChg chg="addSp modSp add mod modTransition">
        <pc:chgData name="GUILHERME CORREA RIBEIRO" userId="23663555-d637-4628-be3b-e07839b6b052" providerId="ADAL" clId="{3924F100-6983-4DF3-944D-B98ADF2DC2AC}" dt="2023-10-05T22:33:38.618" v="84"/>
        <pc:sldMkLst>
          <pc:docMk/>
          <pc:sldMk cId="2358793540" sldId="257"/>
        </pc:sldMkLst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22" creationId="{73DBD8B2-38E2-8804-0A28-3138C304B62E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23" creationId="{4A335A00-B837-CBD5-BB76-AD8F603EE6C7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26" creationId="{8DE9F61D-F1BE-0D8F-8CD9-E951AD8AA177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27" creationId="{C0E6D516-FABB-8DF7-7363-78DEF2F8D93A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28" creationId="{73C6435E-58EA-F986-9DB3-D4FC272091FE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29" creationId="{C8322005-9D3C-E49B-6143-355E8140E3BD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31" creationId="{08065ADF-9CA4-0D52-B021-91590AEBBB23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32" creationId="{9F7C33EE-C62E-B321-6CD6-09E5C239F3C9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33" creationId="{4F49C9AC-68CF-1BD4-ED6B-6ACDC0951E52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34" creationId="{FACFCFB0-AD1C-D402-94D1-A7D793D528C4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42" creationId="{795461CD-FAC0-738A-5F78-B9ED26B5EA25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43" creationId="{231BDA3E-36EB-6BC8-86E2-0C1A0C85E39F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44" creationId="{8581903E-1EE8-0F00-BC89-5A8657BB4076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69" creationId="{100B01FD-42D7-3978-2978-FD5A2D3BBDF2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70" creationId="{D1288533-C972-75C0-1441-4DF9F1DD713A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71" creationId="{D9A16017-173A-4E06-029D-383A71CD2C5A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72" creationId="{1A69A8A6-40A9-EC3E-59AA-F557EC0957D2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73" creationId="{E64BEC59-2789-AAA1-31FB-CC96CAB86C9B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78" creationId="{5C444298-AAB1-DD37-793D-521529D6835F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83" creationId="{99FA8E31-D747-210B-BCBE-915BD236A6FD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84" creationId="{52BD004F-EB70-D3A9-8DCE-EAC7805A21AF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86" creationId="{0C3F297F-7724-9785-A7C2-0DA7F0B5FA20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87" creationId="{D6F53B12-478A-D25D-3CDA-E7F327CC78BA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88" creationId="{CFB7731D-C758-7C93-C388-2D07F50807B4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91" creationId="{8AEDC123-E883-BFED-096A-4D166B93C91C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92" creationId="{4F8B4DB5-1819-8A94-90B5-15D4F0A127E1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94" creationId="{7DBE2028-D823-B319-FDE8-13F0BD4D94C2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95" creationId="{6E1933AA-AB03-07A0-3B9A-94A3EFA8D1C6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96" creationId="{7FD10139-2AD4-287B-E2BC-49A3A1C67AFE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97" creationId="{8F0D1184-3B29-6E79-998B-55CF65A92F5B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98" creationId="{9FC03039-CC7E-AEFA-C323-B967D8BDA5E4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99" creationId="{B51E2D6D-C27F-71B4-7649-DC059A78B347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100" creationId="{9F81B393-273E-708C-A511-0A7F8A4FEF1C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101" creationId="{047375FC-BB64-E28C-8605-9ECE63A83358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102" creationId="{0006F87A-1767-1812-2CD9-476B78FB8C15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104" creationId="{2EE9B374-2E0D-DADF-7890-16BA6C339EF6}"/>
          </ac:spMkLst>
        </pc:spChg>
        <pc:spChg chg="mod">
          <ac:chgData name="GUILHERME CORREA RIBEIRO" userId="23663555-d637-4628-be3b-e07839b6b052" providerId="ADAL" clId="{3924F100-6983-4DF3-944D-B98ADF2DC2AC}" dt="2023-10-05T22:31:54.598" v="70"/>
          <ac:spMkLst>
            <pc:docMk/>
            <pc:sldMk cId="2358793540" sldId="257"/>
            <ac:spMk id="105" creationId="{DE506152-751A-044D-8B9F-6A18AFBE4880}"/>
          </ac:spMkLst>
        </pc:spChg>
        <pc:grpChg chg="add mod">
          <ac:chgData name="GUILHERME CORREA RIBEIRO" userId="23663555-d637-4628-be3b-e07839b6b052" providerId="ADAL" clId="{3924F100-6983-4DF3-944D-B98ADF2DC2AC}" dt="2023-10-05T22:31:54.598" v="70"/>
          <ac:grpSpMkLst>
            <pc:docMk/>
            <pc:sldMk cId="2358793540" sldId="257"/>
            <ac:grpSpMk id="2" creationId="{895CAB10-65A3-92AA-7F78-2AF3D792BEFF}"/>
          </ac:grpSpMkLst>
        </pc:grpChg>
        <pc:grpChg chg="mod">
          <ac:chgData name="GUILHERME CORREA RIBEIRO" userId="23663555-d637-4628-be3b-e07839b6b052" providerId="ADAL" clId="{3924F100-6983-4DF3-944D-B98ADF2DC2AC}" dt="2023-10-05T22:31:54.598" v="70"/>
          <ac:grpSpMkLst>
            <pc:docMk/>
            <pc:sldMk cId="2358793540" sldId="257"/>
            <ac:grpSpMk id="3" creationId="{4EC38119-FE26-94A1-EC36-DA5031D8CD53}"/>
          </ac:grpSpMkLst>
        </pc:grpChg>
        <pc:grpChg chg="mod">
          <ac:chgData name="GUILHERME CORREA RIBEIRO" userId="23663555-d637-4628-be3b-e07839b6b052" providerId="ADAL" clId="{3924F100-6983-4DF3-944D-B98ADF2DC2AC}" dt="2023-10-05T22:31:54.598" v="70"/>
          <ac:grpSpMkLst>
            <pc:docMk/>
            <pc:sldMk cId="2358793540" sldId="257"/>
            <ac:grpSpMk id="24" creationId="{23498BF4-912C-B816-ADFF-885799BF4190}"/>
          </ac:grpSpMkLst>
        </pc:grpChg>
        <pc:grpChg chg="mod">
          <ac:chgData name="GUILHERME CORREA RIBEIRO" userId="23663555-d637-4628-be3b-e07839b6b052" providerId="ADAL" clId="{3924F100-6983-4DF3-944D-B98ADF2DC2AC}" dt="2023-10-05T22:31:54.598" v="70"/>
          <ac:grpSpMkLst>
            <pc:docMk/>
            <pc:sldMk cId="2358793540" sldId="257"/>
            <ac:grpSpMk id="25" creationId="{3FA9AD10-B5A5-BAD9-D1E5-108C742FA819}"/>
          </ac:grpSpMkLst>
        </pc:grpChg>
        <pc:grpChg chg="mod">
          <ac:chgData name="GUILHERME CORREA RIBEIRO" userId="23663555-d637-4628-be3b-e07839b6b052" providerId="ADAL" clId="{3924F100-6983-4DF3-944D-B98ADF2DC2AC}" dt="2023-10-05T22:31:54.598" v="70"/>
          <ac:grpSpMkLst>
            <pc:docMk/>
            <pc:sldMk cId="2358793540" sldId="257"/>
            <ac:grpSpMk id="35" creationId="{ADF3A911-170F-0336-1650-79F39A83A629}"/>
          </ac:grpSpMkLst>
        </pc:grpChg>
        <pc:grpChg chg="mod">
          <ac:chgData name="GUILHERME CORREA RIBEIRO" userId="23663555-d637-4628-be3b-e07839b6b052" providerId="ADAL" clId="{3924F100-6983-4DF3-944D-B98ADF2DC2AC}" dt="2023-10-05T22:31:54.598" v="70"/>
          <ac:grpSpMkLst>
            <pc:docMk/>
            <pc:sldMk cId="2358793540" sldId="257"/>
            <ac:grpSpMk id="38" creationId="{616B7538-351A-0594-8985-BB3AB1610602}"/>
          </ac:grpSpMkLst>
        </pc:grpChg>
        <pc:grpChg chg="mod">
          <ac:chgData name="GUILHERME CORREA RIBEIRO" userId="23663555-d637-4628-be3b-e07839b6b052" providerId="ADAL" clId="{3924F100-6983-4DF3-944D-B98ADF2DC2AC}" dt="2023-10-05T22:32:59.508" v="83" actId="1038"/>
          <ac:grpSpMkLst>
            <pc:docMk/>
            <pc:sldMk cId="2358793540" sldId="257"/>
            <ac:grpSpMk id="79" creationId="{D996EDD7-661A-71EC-0E4D-EA59234CE7D9}"/>
          </ac:grpSpMkLst>
        </pc:grpChg>
        <pc:grpChg chg="mod">
          <ac:chgData name="GUILHERME CORREA RIBEIRO" userId="23663555-d637-4628-be3b-e07839b6b052" providerId="ADAL" clId="{3924F100-6983-4DF3-944D-B98ADF2DC2AC}" dt="2023-10-05T22:31:54.598" v="70"/>
          <ac:grpSpMkLst>
            <pc:docMk/>
            <pc:sldMk cId="2358793540" sldId="257"/>
            <ac:grpSpMk id="81" creationId="{CC783C20-1A73-7433-6528-573E5789D875}"/>
          </ac:grpSpMkLst>
        </pc:grpChg>
        <pc:grpChg chg="mod">
          <ac:chgData name="GUILHERME CORREA RIBEIRO" userId="23663555-d637-4628-be3b-e07839b6b052" providerId="ADAL" clId="{3924F100-6983-4DF3-944D-B98ADF2DC2AC}" dt="2023-10-05T22:31:54.598" v="70"/>
          <ac:grpSpMkLst>
            <pc:docMk/>
            <pc:sldMk cId="2358793540" sldId="257"/>
            <ac:grpSpMk id="82" creationId="{5C84A5B0-0487-418F-B50D-DD445729BC0C}"/>
          </ac:grpSpMkLst>
        </pc:grpChg>
        <pc:grpChg chg="mod">
          <ac:chgData name="GUILHERME CORREA RIBEIRO" userId="23663555-d637-4628-be3b-e07839b6b052" providerId="ADAL" clId="{3924F100-6983-4DF3-944D-B98ADF2DC2AC}" dt="2023-10-05T22:31:54.598" v="70"/>
          <ac:grpSpMkLst>
            <pc:docMk/>
            <pc:sldMk cId="2358793540" sldId="257"/>
            <ac:grpSpMk id="89" creationId="{8C889914-2AF0-BC82-3B54-4E431F3AB517}"/>
          </ac:grpSpMkLst>
        </pc:grpChg>
        <pc:grpChg chg="mod">
          <ac:chgData name="GUILHERME CORREA RIBEIRO" userId="23663555-d637-4628-be3b-e07839b6b052" providerId="ADAL" clId="{3924F100-6983-4DF3-944D-B98ADF2DC2AC}" dt="2023-10-05T22:31:54.598" v="70"/>
          <ac:grpSpMkLst>
            <pc:docMk/>
            <pc:sldMk cId="2358793540" sldId="257"/>
            <ac:grpSpMk id="90" creationId="{D012B437-33A8-D260-4D76-B9E7219C5CA3}"/>
          </ac:grpSpMkLst>
        </pc:grpChg>
        <pc:picChg chg="mod">
          <ac:chgData name="GUILHERME CORREA RIBEIRO" userId="23663555-d637-4628-be3b-e07839b6b052" providerId="ADAL" clId="{3924F100-6983-4DF3-944D-B98ADF2DC2AC}" dt="2023-10-05T22:31:54.598" v="70"/>
          <ac:picMkLst>
            <pc:docMk/>
            <pc:sldMk cId="2358793540" sldId="257"/>
            <ac:picMk id="30" creationId="{CF6E2B0E-3552-2C89-C103-62CD7C20A8FA}"/>
          </ac:picMkLst>
        </pc:picChg>
        <pc:picChg chg="mod">
          <ac:chgData name="GUILHERME CORREA RIBEIRO" userId="23663555-d637-4628-be3b-e07839b6b052" providerId="ADAL" clId="{3924F100-6983-4DF3-944D-B98ADF2DC2AC}" dt="2023-10-05T22:31:54.598" v="70"/>
          <ac:picMkLst>
            <pc:docMk/>
            <pc:sldMk cId="2358793540" sldId="257"/>
            <ac:picMk id="80" creationId="{79E13EFD-AC96-D8CB-640F-55F468994A0A}"/>
          </ac:picMkLst>
        </pc:picChg>
        <pc:picChg chg="mod">
          <ac:chgData name="GUILHERME CORREA RIBEIRO" userId="23663555-d637-4628-be3b-e07839b6b052" providerId="ADAL" clId="{3924F100-6983-4DF3-944D-B98ADF2DC2AC}" dt="2023-10-05T22:31:54.598" v="70"/>
          <ac:picMkLst>
            <pc:docMk/>
            <pc:sldMk cId="2358793540" sldId="257"/>
            <ac:picMk id="85" creationId="{324C5AE8-6A77-6EEF-0576-B33266B0BDBF}"/>
          </ac:picMkLst>
        </pc:picChg>
        <pc:picChg chg="mod">
          <ac:chgData name="GUILHERME CORREA RIBEIRO" userId="23663555-d637-4628-be3b-e07839b6b052" providerId="ADAL" clId="{3924F100-6983-4DF3-944D-B98ADF2DC2AC}" dt="2023-10-05T22:31:54.598" v="70"/>
          <ac:picMkLst>
            <pc:docMk/>
            <pc:sldMk cId="2358793540" sldId="257"/>
            <ac:picMk id="93" creationId="{E7E2F51E-3C98-25AC-6DD5-CFDCC44D67FB}"/>
          </ac:picMkLst>
        </pc:picChg>
        <pc:picChg chg="mod">
          <ac:chgData name="GUILHERME CORREA RIBEIRO" userId="23663555-d637-4628-be3b-e07839b6b052" providerId="ADAL" clId="{3924F100-6983-4DF3-944D-B98ADF2DC2AC}" dt="2023-10-05T22:31:54.598" v="70"/>
          <ac:picMkLst>
            <pc:docMk/>
            <pc:sldMk cId="2358793540" sldId="257"/>
            <ac:picMk id="103" creationId="{6FA855DB-D540-E56E-32C0-4987ACFAF90B}"/>
          </ac:picMkLst>
        </pc:picChg>
      </pc:sldChg>
      <pc:sldChg chg="add modTransition">
        <pc:chgData name="GUILHERME CORREA RIBEIRO" userId="23663555-d637-4628-be3b-e07839b6b052" providerId="ADAL" clId="{3924F100-6983-4DF3-944D-B98ADF2DC2AC}" dt="2023-10-05T22:33:38.618" v="84"/>
        <pc:sldMkLst>
          <pc:docMk/>
          <pc:sldMk cId="130168019" sldId="258"/>
        </pc:sldMkLst>
      </pc:sldChg>
      <pc:sldChg chg="add modTransition">
        <pc:chgData name="GUILHERME CORREA RIBEIRO" userId="23663555-d637-4628-be3b-e07839b6b052" providerId="ADAL" clId="{3924F100-6983-4DF3-944D-B98ADF2DC2AC}" dt="2023-10-05T22:33:38.618" v="84"/>
        <pc:sldMkLst>
          <pc:docMk/>
          <pc:sldMk cId="1860415537" sldId="259"/>
        </pc:sldMkLst>
      </pc:sldChg>
      <pc:sldChg chg="add modTransition">
        <pc:chgData name="GUILHERME CORREA RIBEIRO" userId="23663555-d637-4628-be3b-e07839b6b052" providerId="ADAL" clId="{3924F100-6983-4DF3-944D-B98ADF2DC2AC}" dt="2023-10-05T22:33:38.618" v="84"/>
        <pc:sldMkLst>
          <pc:docMk/>
          <pc:sldMk cId="2607876743" sldId="260"/>
        </pc:sldMkLst>
      </pc:sldChg>
      <pc:sldChg chg="add modTransition">
        <pc:chgData name="GUILHERME CORREA RIBEIRO" userId="23663555-d637-4628-be3b-e07839b6b052" providerId="ADAL" clId="{3924F100-6983-4DF3-944D-B98ADF2DC2AC}" dt="2023-10-05T22:33:38.618" v="84"/>
        <pc:sldMkLst>
          <pc:docMk/>
          <pc:sldMk cId="3492775954" sldId="261"/>
        </pc:sldMkLst>
      </pc:sldChg>
    </pc:docChg>
  </pc:docChgLst>
  <pc:docChgLst>
    <pc:chgData name="CESAR AUGUSTO DOS SANTOS MATOS" userId="S::cesar.asmatos@senacsp.edu.br::3a1abc35-a019-420a-9865-44e98715e875" providerId="AD" clId="Web-{1E34A4C1-25D3-4C96-9C3F-8BCB1D92B1BF}"/>
    <pc:docChg chg="sldOrd">
      <pc:chgData name="CESAR AUGUSTO DOS SANTOS MATOS" userId="S::cesar.asmatos@senacsp.edu.br::3a1abc35-a019-420a-9865-44e98715e875" providerId="AD" clId="Web-{1E34A4C1-25D3-4C96-9C3F-8BCB1D92B1BF}" dt="2023-10-09T01:35:37.796" v="0"/>
      <pc:docMkLst>
        <pc:docMk/>
      </pc:docMkLst>
      <pc:sldChg chg="ord">
        <pc:chgData name="CESAR AUGUSTO DOS SANTOS MATOS" userId="S::cesar.asmatos@senacsp.edu.br::3a1abc35-a019-420a-9865-44e98715e875" providerId="AD" clId="Web-{1E34A4C1-25D3-4C96-9C3F-8BCB1D92B1BF}" dt="2023-10-09T01:35:37.796" v="0"/>
        <pc:sldMkLst>
          <pc:docMk/>
          <pc:sldMk cId="3492775954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531FA-A511-A27F-60B5-43BF77311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B7E0D1-FE41-4730-A4E2-91F65C908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898B57-53FE-2D0D-39A9-31C79644E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4B0D-B38F-4783-A483-553A4673D14E}" type="datetimeFigureOut">
              <a:rPr lang="pt-BR" smtClean="0"/>
              <a:t>08/10/2023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A635F2-CAFD-9A6E-05CE-BCB31671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94CBFB-4E6C-3E38-AD33-CAB194BB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E4B8-5D08-407E-9CC0-F7781552AA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6018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78474-7CAC-ABA2-E84D-42049BE0E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09634E-9B6F-DD8B-3DEF-AF6FD16D7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B23696-CF75-921E-0849-641784C84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4B0D-B38F-4783-A483-553A4673D14E}" type="datetimeFigureOut">
              <a:rPr lang="pt-BR" smtClean="0"/>
              <a:t>08/10/2023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12BE15-558D-B9FE-0A73-08E3102E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55113C-2C8F-9764-383A-6FB5EC4A4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E4B8-5D08-407E-9CC0-F7781552AA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755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6F5F5-D756-8136-CA33-C8083E14C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741537-C3F0-6B63-E243-D24536E44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BDEB52-BC90-4F91-1BBE-0C21D3AE6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4B0D-B38F-4783-A483-553A4673D14E}" type="datetimeFigureOut">
              <a:rPr lang="pt-BR" smtClean="0"/>
              <a:t>08/10/2023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56582C-D1D2-CF7A-CFF0-EC51CBDE1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99910C-7281-2EBE-37C5-62F39F94A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E4B8-5D08-407E-9CC0-F7781552AA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757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46F84-833F-3875-2D35-0032ECCDD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44B302-EA12-6080-8A50-881BCB06F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45C9F3-8FB8-A426-28E8-0777B9641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1AEC20-ACEC-07A4-AD16-B498407B8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4B0D-B38F-4783-A483-553A4673D14E}" type="datetimeFigureOut">
              <a:rPr lang="pt-BR" smtClean="0"/>
              <a:t>08/10/2023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4DB33C-7157-8BF1-9264-CA1B77BB1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9CE622-0EC4-5CE1-D4E4-96CA8BFD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E4B8-5D08-407E-9CC0-F7781552AA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3817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19DBE-8998-1F07-F4F5-2DA2A22B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D8ED0D-19F1-B846-A6ED-D5F999060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91CC21E-D925-9A29-B7C5-F7FC3E884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B3C9ED5-B327-5B0A-CD01-30EDCB9D38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367932-E959-C0BE-A99C-36A6606719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44E21B2-2F9D-4FC1-471D-C2B0723B5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4B0D-B38F-4783-A483-553A4673D14E}" type="datetimeFigureOut">
              <a:rPr lang="pt-BR" smtClean="0"/>
              <a:t>08/10/2023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5DBA6FF-BB75-43C6-5838-04058D521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74EC234-A504-34E6-8901-8B4B2077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E4B8-5D08-407E-9CC0-F7781552AA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8074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0A66B-F798-7C1A-5978-0053F31C0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75D96C8-3003-BE76-71AF-3E12A938A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4B0D-B38F-4783-A483-553A4673D14E}" type="datetimeFigureOut">
              <a:rPr lang="pt-BR" smtClean="0"/>
              <a:t>08/10/2023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95ED78F-42E6-8180-EF7E-FDD6348BD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EBC5631-9979-2F56-B175-E4BAF102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E4B8-5D08-407E-9CC0-F7781552AA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7475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1046B0F-9120-475C-07DB-6FACC9648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4B0D-B38F-4783-A483-553A4673D14E}" type="datetimeFigureOut">
              <a:rPr lang="pt-BR" smtClean="0"/>
              <a:t>08/10/2023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84F5D24-A4C7-A133-AF74-B26A06A9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19DE322-146D-89E9-23B4-2C5D2C217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E4B8-5D08-407E-9CC0-F7781552AA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56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7D22FE-2A8A-02A3-5E97-943DF4A93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7AF837-65ED-875F-C50A-DBF410667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BCF90C-50B5-FE50-1890-D419356F4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852905-659E-BFEF-1E15-EDD68ACFE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4B0D-B38F-4783-A483-553A4673D14E}" type="datetimeFigureOut">
              <a:rPr lang="pt-BR" smtClean="0"/>
              <a:t>08/10/2023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D33F03-589A-9254-3B10-B0D5F1714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3C1CC0-2A93-F914-5F27-FC9A4838B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E4B8-5D08-407E-9CC0-F7781552AA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6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3B28F0-4149-A4AB-546F-63ECD7A01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86E7CC8-6822-DCA9-B59A-9E85E5ACE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5159AF-8906-5F02-7E01-1B3EC2FF3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2B3125-922E-D851-1310-1FA4EB7EE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4B0D-B38F-4783-A483-553A4673D14E}" type="datetimeFigureOut">
              <a:rPr lang="pt-BR" smtClean="0"/>
              <a:t>08/10/2023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280143-DF47-F454-B61A-A0E4D5CE6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754BBD-252F-FC99-2C8F-EF6571EF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E4B8-5D08-407E-9CC0-F7781552AA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7064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C46A8-C471-6D83-11C3-63C614889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D50234-3E47-12D9-942F-7A8FDE793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225B34-6ACE-FADF-2E87-77367A11B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4B0D-B38F-4783-A483-553A4673D14E}" type="datetimeFigureOut">
              <a:rPr lang="pt-BR" smtClean="0"/>
              <a:t>08/10/2023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A4A01C-AB6C-E9FB-AABE-5C47DCEC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FE3DFC-8EFA-3E43-22C6-C8B9B930D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E4B8-5D08-407E-9CC0-F7781552AA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82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873F54-85EA-2E82-77FF-2D0E7B363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A59FC3-5535-7626-44C5-A372ADBF1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FFC163-A559-F15A-AE23-3D1E7AD58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4B0D-B38F-4783-A483-553A4673D14E}" type="datetimeFigureOut">
              <a:rPr lang="pt-BR" smtClean="0"/>
              <a:t>08/10/2023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EE3D44-34A0-BEAB-4447-6509EA22C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999952-8CD6-CAF1-2BAE-870D3782F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1E4B8-5D08-407E-9CC0-F7781552AA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1502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F6969FF-4E33-5909-2D4E-0B769C54C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918C0E-044C-80AD-7059-64ECD3868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F8406-7346-EDFB-CFCA-732805B8AC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B4B0D-B38F-4783-A483-553A4673D14E}" type="datetimeFigureOut">
              <a:rPr lang="pt-BR" smtClean="0"/>
              <a:t>08/10/2023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F2ABDC-C70D-5162-D9C2-3258B05DE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EB2EC0-4D51-2FD0-8E07-3E873669B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1E4B8-5D08-407E-9CC0-F7781552AA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4025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Agrupar 78">
            <a:extLst>
              <a:ext uri="{FF2B5EF4-FFF2-40B4-BE49-F238E27FC236}">
                <a16:creationId xmlns:a16="http://schemas.microsoft.com/office/drawing/2014/main" id="{D996EDD7-661A-71EC-0E4D-EA59234CE7D9}"/>
              </a:ext>
            </a:extLst>
          </p:cNvPr>
          <p:cNvGrpSpPr/>
          <p:nvPr/>
        </p:nvGrpSpPr>
        <p:grpSpPr>
          <a:xfrm>
            <a:off x="-423858" y="0"/>
            <a:ext cx="13995595" cy="42448967"/>
            <a:chOff x="-481008" y="-37916156"/>
            <a:chExt cx="13995595" cy="42448967"/>
          </a:xfrm>
        </p:grpSpPr>
        <p:grpSp>
          <p:nvGrpSpPr>
            <p:cNvPr id="75" name="Agrupar 74">
              <a:extLst>
                <a:ext uri="{FF2B5EF4-FFF2-40B4-BE49-F238E27FC236}">
                  <a16:creationId xmlns:a16="http://schemas.microsoft.com/office/drawing/2014/main" id="{80A26B30-5698-F153-F152-355FDFC44867}"/>
                </a:ext>
              </a:extLst>
            </p:cNvPr>
            <p:cNvGrpSpPr/>
            <p:nvPr/>
          </p:nvGrpSpPr>
          <p:grpSpPr>
            <a:xfrm>
              <a:off x="-481008" y="-37916156"/>
              <a:ext cx="13995595" cy="37868078"/>
              <a:chOff x="-466494" y="-31010078"/>
              <a:chExt cx="13995595" cy="37868078"/>
            </a:xfrm>
          </p:grpSpPr>
          <p:grpSp>
            <p:nvGrpSpPr>
              <p:cNvPr id="59" name="Agrupar 58">
                <a:extLst>
                  <a:ext uri="{FF2B5EF4-FFF2-40B4-BE49-F238E27FC236}">
                    <a16:creationId xmlns:a16="http://schemas.microsoft.com/office/drawing/2014/main" id="{524B5DE6-E9E7-7C4B-93A8-B073DA8AC9BE}"/>
                  </a:ext>
                </a:extLst>
              </p:cNvPr>
              <p:cNvGrpSpPr/>
              <p:nvPr/>
            </p:nvGrpSpPr>
            <p:grpSpPr>
              <a:xfrm>
                <a:off x="-466494" y="-31010078"/>
                <a:ext cx="13995595" cy="30819578"/>
                <a:chOff x="-256944" y="-23924616"/>
                <a:chExt cx="13995595" cy="30819578"/>
              </a:xfrm>
            </p:grpSpPr>
            <p:grpSp>
              <p:nvGrpSpPr>
                <p:cNvPr id="47" name="Agrupar 46">
                  <a:extLst>
                    <a:ext uri="{FF2B5EF4-FFF2-40B4-BE49-F238E27FC236}">
                      <a16:creationId xmlns:a16="http://schemas.microsoft.com/office/drawing/2014/main" id="{D8172B1D-A05D-41B2-1C0C-32FDC6794791}"/>
                    </a:ext>
                  </a:extLst>
                </p:cNvPr>
                <p:cNvGrpSpPr/>
                <p:nvPr/>
              </p:nvGrpSpPr>
              <p:grpSpPr>
                <a:xfrm>
                  <a:off x="0" y="-23924616"/>
                  <a:ext cx="13738651" cy="24138683"/>
                  <a:chOff x="-162741" y="-15847416"/>
                  <a:chExt cx="13738651" cy="24138683"/>
                </a:xfrm>
              </p:grpSpPr>
              <p:grpSp>
                <p:nvGrpSpPr>
                  <p:cNvPr id="21" name="Agrupar 20">
                    <a:extLst>
                      <a:ext uri="{FF2B5EF4-FFF2-40B4-BE49-F238E27FC236}">
                        <a16:creationId xmlns:a16="http://schemas.microsoft.com/office/drawing/2014/main" id="{29F6C6DA-37A3-5F47-2D29-3B501A5B4E3C}"/>
                      </a:ext>
                    </a:extLst>
                  </p:cNvPr>
                  <p:cNvGrpSpPr/>
                  <p:nvPr/>
                </p:nvGrpSpPr>
                <p:grpSpPr>
                  <a:xfrm>
                    <a:off x="-162741" y="-15847416"/>
                    <a:ext cx="12354741" cy="15952284"/>
                    <a:chOff x="-162741" y="-7868698"/>
                    <a:chExt cx="12354741" cy="15952284"/>
                  </a:xfrm>
                </p:grpSpPr>
                <p:grpSp>
                  <p:nvGrpSpPr>
                    <p:cNvPr id="7" name="Agrupar 6">
                      <a:extLst>
                        <a:ext uri="{FF2B5EF4-FFF2-40B4-BE49-F238E27FC236}">
                          <a16:creationId xmlns:a16="http://schemas.microsoft.com/office/drawing/2014/main" id="{89550AB8-47D9-9D5C-0288-7121131D10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0753" y="-7868698"/>
                      <a:ext cx="12011247" cy="6858000"/>
                      <a:chOff x="180753" y="0"/>
                      <a:chExt cx="12011247" cy="6858000"/>
                    </a:xfrm>
                  </p:grpSpPr>
                  <p:pic>
                    <p:nvPicPr>
                      <p:cNvPr id="4" name="Imagem 3" descr="Ícone&#10;&#10;Descrição gerada automaticamente">
                        <a:extLst>
                          <a:ext uri="{FF2B5EF4-FFF2-40B4-BE49-F238E27FC236}">
                            <a16:creationId xmlns:a16="http://schemas.microsoft.com/office/drawing/2014/main" id="{F5C0BD21-9515-1BA3-CA2F-B93C50EC36A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80753" y="5603358"/>
                        <a:ext cx="1116419" cy="1116419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5" name="CaixaDeTexto 4">
                        <a:extLst>
                          <a:ext uri="{FF2B5EF4-FFF2-40B4-BE49-F238E27FC236}">
                            <a16:creationId xmlns:a16="http://schemas.microsoft.com/office/drawing/2014/main" id="{4C509044-28FD-7A04-2FCE-A2A2A648368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135265" y="0"/>
                        <a:ext cx="8892576" cy="68580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892576" h="6858000">
                            <a:moveTo>
                              <a:pt x="5396909" y="5119189"/>
                            </a:moveTo>
                            <a:lnTo>
                              <a:pt x="5573196" y="5119189"/>
                            </a:lnTo>
                            <a:lnTo>
                              <a:pt x="5569062" y="5120431"/>
                            </a:lnTo>
                            <a:cubicBezTo>
                              <a:pt x="5528931" y="5128839"/>
                              <a:pt x="5485058" y="5134725"/>
                              <a:pt x="5437445" y="5138088"/>
                            </a:cubicBezTo>
                            <a:lnTo>
                              <a:pt x="5396909" y="5139448"/>
                            </a:lnTo>
                            <a:close/>
                            <a:moveTo>
                              <a:pt x="0" y="5119189"/>
                            </a:moveTo>
                            <a:lnTo>
                              <a:pt x="5077232" y="5119189"/>
                            </a:lnTo>
                            <a:lnTo>
                              <a:pt x="5113977" y="5126789"/>
                            </a:lnTo>
                            <a:cubicBezTo>
                              <a:pt x="5178166" y="5136563"/>
                              <a:pt x="5252584" y="5141451"/>
                              <a:pt x="5337230" y="5141451"/>
                            </a:cubicBezTo>
                            <a:lnTo>
                              <a:pt x="5396909" y="5139448"/>
                            </a:lnTo>
                            <a:lnTo>
                              <a:pt x="5396909" y="5342473"/>
                            </a:lnTo>
                            <a:lnTo>
                              <a:pt x="0" y="5342473"/>
                            </a:lnTo>
                            <a:close/>
                            <a:moveTo>
                              <a:pt x="630393" y="3353002"/>
                            </a:moveTo>
                            <a:lnTo>
                              <a:pt x="988324" y="3353002"/>
                            </a:lnTo>
                            <a:lnTo>
                              <a:pt x="988324" y="4812541"/>
                            </a:lnTo>
                            <a:lnTo>
                              <a:pt x="1878316" y="4812541"/>
                            </a:lnTo>
                            <a:lnTo>
                              <a:pt x="1878316" y="5111220"/>
                            </a:lnTo>
                            <a:lnTo>
                              <a:pt x="630393" y="5111220"/>
                            </a:lnTo>
                            <a:close/>
                            <a:moveTo>
                              <a:pt x="6279052" y="3338491"/>
                            </a:moveTo>
                            <a:lnTo>
                              <a:pt x="6828041" y="4186160"/>
                            </a:lnTo>
                            <a:lnTo>
                              <a:pt x="6222218" y="5111220"/>
                            </a:lnTo>
                            <a:lnTo>
                              <a:pt x="6651494" y="5111220"/>
                            </a:lnTo>
                            <a:lnTo>
                              <a:pt x="7045703" y="4498141"/>
                            </a:lnTo>
                            <a:lnTo>
                              <a:pt x="7438701" y="5111220"/>
                            </a:lnTo>
                            <a:lnTo>
                              <a:pt x="7870396" y="5111220"/>
                            </a:lnTo>
                            <a:lnTo>
                              <a:pt x="7264573" y="4199462"/>
                            </a:lnTo>
                            <a:lnTo>
                              <a:pt x="7815981" y="3338491"/>
                            </a:lnTo>
                            <a:lnTo>
                              <a:pt x="7401215" y="3338491"/>
                            </a:lnTo>
                            <a:lnTo>
                              <a:pt x="7052958" y="3908038"/>
                            </a:lnTo>
                            <a:lnTo>
                              <a:pt x="6697445" y="3338491"/>
                            </a:lnTo>
                            <a:close/>
                            <a:moveTo>
                              <a:pt x="4609275" y="3338491"/>
                            </a:moveTo>
                            <a:lnTo>
                              <a:pt x="4967207" y="3338491"/>
                            </a:lnTo>
                            <a:lnTo>
                              <a:pt x="4967207" y="4298618"/>
                            </a:lnTo>
                            <a:cubicBezTo>
                              <a:pt x="4967207" y="4450981"/>
                              <a:pt x="4971640" y="4549735"/>
                              <a:pt x="4980508" y="4594879"/>
                            </a:cubicBezTo>
                            <a:cubicBezTo>
                              <a:pt x="4995825" y="4667433"/>
                              <a:pt x="5032303" y="4725678"/>
                              <a:pt x="5089943" y="4769613"/>
                            </a:cubicBezTo>
                            <a:cubicBezTo>
                              <a:pt x="5147583" y="4813548"/>
                              <a:pt x="5226385" y="4835516"/>
                              <a:pt x="5326347" y="4835516"/>
                            </a:cubicBezTo>
                            <a:lnTo>
                              <a:pt x="5396909" y="4831675"/>
                            </a:lnTo>
                            <a:lnTo>
                              <a:pt x="5396909" y="5119189"/>
                            </a:lnTo>
                            <a:lnTo>
                              <a:pt x="5077232" y="5119189"/>
                            </a:lnTo>
                            <a:lnTo>
                              <a:pt x="5025363" y="5108462"/>
                            </a:lnTo>
                            <a:cubicBezTo>
                              <a:pt x="4998382" y="5101131"/>
                              <a:pt x="4973958" y="5092578"/>
                              <a:pt x="4952091" y="5082803"/>
                            </a:cubicBezTo>
                            <a:cubicBezTo>
                              <a:pt x="4864624" y="5043705"/>
                              <a:pt x="4795496" y="4992917"/>
                              <a:pt x="4744708" y="4930440"/>
                            </a:cubicBezTo>
                            <a:cubicBezTo>
                              <a:pt x="4693921" y="4867964"/>
                              <a:pt x="4660466" y="4802464"/>
                              <a:pt x="4644343" y="4733941"/>
                            </a:cubicBezTo>
                            <a:cubicBezTo>
                              <a:pt x="4620964" y="4632366"/>
                              <a:pt x="4609275" y="4482421"/>
                              <a:pt x="4609275" y="4284108"/>
                            </a:cubicBezTo>
                            <a:close/>
                            <a:moveTo>
                              <a:pt x="2824621" y="3338491"/>
                            </a:moveTo>
                            <a:lnTo>
                              <a:pt x="3172879" y="3338491"/>
                            </a:lnTo>
                            <a:lnTo>
                              <a:pt x="3898416" y="4522326"/>
                            </a:lnTo>
                            <a:lnTo>
                              <a:pt x="3898416" y="3338491"/>
                            </a:lnTo>
                            <a:lnTo>
                              <a:pt x="4230954" y="3338491"/>
                            </a:lnTo>
                            <a:lnTo>
                              <a:pt x="4230954" y="5111220"/>
                            </a:lnTo>
                            <a:lnTo>
                              <a:pt x="3871813" y="5111220"/>
                            </a:lnTo>
                            <a:lnTo>
                              <a:pt x="3157159" y="3955198"/>
                            </a:lnTo>
                            <a:lnTo>
                              <a:pt x="3157159" y="5111220"/>
                            </a:lnTo>
                            <a:lnTo>
                              <a:pt x="2824621" y="5111220"/>
                            </a:lnTo>
                            <a:close/>
                            <a:moveTo>
                              <a:pt x="2124311" y="3338491"/>
                            </a:moveTo>
                            <a:lnTo>
                              <a:pt x="2482242" y="3338491"/>
                            </a:lnTo>
                            <a:lnTo>
                              <a:pt x="2482242" y="5111220"/>
                            </a:lnTo>
                            <a:lnTo>
                              <a:pt x="2124311" y="5111220"/>
                            </a:lnTo>
                            <a:close/>
                            <a:moveTo>
                              <a:pt x="3772172" y="2185129"/>
                            </a:moveTo>
                            <a:lnTo>
                              <a:pt x="3772172" y="2367443"/>
                            </a:lnTo>
                            <a:lnTo>
                              <a:pt x="3899606" y="2367443"/>
                            </a:lnTo>
                            <a:cubicBezTo>
                              <a:pt x="3949216" y="2367443"/>
                              <a:pt x="3980687" y="2366048"/>
                              <a:pt x="3994019" y="2363258"/>
                            </a:cubicBezTo>
                            <a:cubicBezTo>
                              <a:pt x="4014483" y="2359537"/>
                              <a:pt x="4031149" y="2350468"/>
                              <a:pt x="4044017" y="2336050"/>
                            </a:cubicBezTo>
                            <a:cubicBezTo>
                              <a:pt x="4056883" y="2321633"/>
                              <a:pt x="4063317" y="2302331"/>
                              <a:pt x="4063317" y="2278147"/>
                            </a:cubicBezTo>
                            <a:cubicBezTo>
                              <a:pt x="4063317" y="2257683"/>
                              <a:pt x="4058357" y="2240319"/>
                              <a:pt x="4048435" y="2226057"/>
                            </a:cubicBezTo>
                            <a:cubicBezTo>
                              <a:pt x="4038513" y="2211794"/>
                              <a:pt x="4024173" y="2201407"/>
                              <a:pt x="4005414" y="2194896"/>
                            </a:cubicBezTo>
                            <a:cubicBezTo>
                              <a:pt x="3986655" y="2188385"/>
                              <a:pt x="3945960" y="2185129"/>
                              <a:pt x="3883328" y="2185129"/>
                            </a:cubicBezTo>
                            <a:close/>
                            <a:moveTo>
                              <a:pt x="2819672" y="1915843"/>
                            </a:moveTo>
                            <a:lnTo>
                              <a:pt x="2819672" y="2088856"/>
                            </a:lnTo>
                            <a:lnTo>
                              <a:pt x="2921527" y="2088856"/>
                            </a:lnTo>
                            <a:cubicBezTo>
                              <a:pt x="2987569" y="2088856"/>
                              <a:pt x="3028807" y="2086066"/>
                              <a:pt x="3045240" y="2080484"/>
                            </a:cubicBezTo>
                            <a:cubicBezTo>
                              <a:pt x="3061673" y="2074903"/>
                              <a:pt x="3074541" y="2065291"/>
                              <a:pt x="3083842" y="2051649"/>
                            </a:cubicBezTo>
                            <a:cubicBezTo>
                              <a:pt x="3093144" y="2038006"/>
                              <a:pt x="3097795" y="2020953"/>
                              <a:pt x="3097795" y="2000489"/>
                            </a:cubicBezTo>
                            <a:cubicBezTo>
                              <a:pt x="3097795" y="1977545"/>
                              <a:pt x="3091671" y="1959019"/>
                              <a:pt x="3079424" y="1944911"/>
                            </a:cubicBezTo>
                            <a:cubicBezTo>
                              <a:pt x="3067176" y="1930803"/>
                              <a:pt x="3049891" y="1921889"/>
                              <a:pt x="3027567" y="1918169"/>
                            </a:cubicBezTo>
                            <a:cubicBezTo>
                              <a:pt x="3016405" y="1916618"/>
                              <a:pt x="2982918" y="1915843"/>
                              <a:pt x="2927108" y="1915843"/>
                            </a:cubicBezTo>
                            <a:close/>
                            <a:moveTo>
                              <a:pt x="647043" y="1915843"/>
                            </a:moveTo>
                            <a:lnTo>
                              <a:pt x="647043" y="2367443"/>
                            </a:lnTo>
                            <a:lnTo>
                              <a:pt x="749827" y="2367443"/>
                            </a:lnTo>
                            <a:cubicBezTo>
                              <a:pt x="788275" y="2367443"/>
                              <a:pt x="816024" y="2365273"/>
                              <a:pt x="833078" y="2360932"/>
                            </a:cubicBezTo>
                            <a:cubicBezTo>
                              <a:pt x="855402" y="2355351"/>
                              <a:pt x="873928" y="2345895"/>
                              <a:pt x="888656" y="2332562"/>
                            </a:cubicBezTo>
                            <a:cubicBezTo>
                              <a:pt x="903383" y="2319230"/>
                              <a:pt x="915398" y="2297293"/>
                              <a:pt x="924700" y="2266752"/>
                            </a:cubicBezTo>
                            <a:cubicBezTo>
                              <a:pt x="934002" y="2236212"/>
                              <a:pt x="938653" y="2194586"/>
                              <a:pt x="938653" y="2141876"/>
                            </a:cubicBezTo>
                            <a:cubicBezTo>
                              <a:pt x="938653" y="2089166"/>
                              <a:pt x="934002" y="2048703"/>
                              <a:pt x="924700" y="2020488"/>
                            </a:cubicBezTo>
                            <a:cubicBezTo>
                              <a:pt x="915398" y="1992273"/>
                              <a:pt x="902376" y="1970259"/>
                              <a:pt x="885633" y="1954445"/>
                            </a:cubicBezTo>
                            <a:cubicBezTo>
                              <a:pt x="868889" y="1938633"/>
                              <a:pt x="847650" y="1927936"/>
                              <a:pt x="821916" y="1922355"/>
                            </a:cubicBezTo>
                            <a:cubicBezTo>
                              <a:pt x="802692" y="1918014"/>
                              <a:pt x="765020" y="1915843"/>
                              <a:pt x="708899" y="1915843"/>
                            </a:cubicBezTo>
                            <a:close/>
                            <a:moveTo>
                              <a:pt x="3772172" y="1913983"/>
                            </a:moveTo>
                            <a:lnTo>
                              <a:pt x="3772172" y="2071648"/>
                            </a:lnTo>
                            <a:lnTo>
                              <a:pt x="3862399" y="2071648"/>
                            </a:lnTo>
                            <a:cubicBezTo>
                              <a:pt x="3916040" y="2071648"/>
                              <a:pt x="3949371" y="2070873"/>
                              <a:pt x="3962393" y="2069322"/>
                            </a:cubicBezTo>
                            <a:cubicBezTo>
                              <a:pt x="3985958" y="2066532"/>
                              <a:pt x="4004484" y="2058393"/>
                              <a:pt x="4017971" y="2044905"/>
                            </a:cubicBezTo>
                            <a:cubicBezTo>
                              <a:pt x="4031459" y="2031418"/>
                              <a:pt x="4038203" y="2013667"/>
                              <a:pt x="4038203" y="1991653"/>
                            </a:cubicBezTo>
                            <a:cubicBezTo>
                              <a:pt x="4038203" y="1970569"/>
                              <a:pt x="4032389" y="1953438"/>
                              <a:pt x="4020762" y="1940260"/>
                            </a:cubicBezTo>
                            <a:cubicBezTo>
                              <a:pt x="4009135" y="1927083"/>
                              <a:pt x="3991849" y="1919099"/>
                              <a:pt x="3968905" y="1916308"/>
                            </a:cubicBezTo>
                            <a:cubicBezTo>
                              <a:pt x="3955262" y="1914758"/>
                              <a:pt x="3916040" y="1913983"/>
                              <a:pt x="3851237" y="1913983"/>
                            </a:cubicBezTo>
                            <a:close/>
                            <a:moveTo>
                              <a:pt x="6261378" y="1906542"/>
                            </a:moveTo>
                            <a:cubicBezTo>
                              <a:pt x="6318119" y="1906542"/>
                              <a:pt x="6363620" y="1925765"/>
                              <a:pt x="6397882" y="1964212"/>
                            </a:cubicBezTo>
                            <a:cubicBezTo>
                              <a:pt x="6432143" y="2002660"/>
                              <a:pt x="6449274" y="2060951"/>
                              <a:pt x="6449274" y="2139085"/>
                            </a:cubicBezTo>
                            <a:cubicBezTo>
                              <a:pt x="6449274" y="2218150"/>
                              <a:pt x="6431678" y="2277449"/>
                              <a:pt x="6396486" y="2316981"/>
                            </a:cubicBezTo>
                            <a:cubicBezTo>
                              <a:pt x="6361295" y="2356514"/>
                              <a:pt x="6316259" y="2376280"/>
                              <a:pt x="6261378" y="2376280"/>
                            </a:cubicBezTo>
                            <a:cubicBezTo>
                              <a:pt x="6206498" y="2376280"/>
                              <a:pt x="6161229" y="2356359"/>
                              <a:pt x="6125573" y="2316517"/>
                            </a:cubicBezTo>
                            <a:cubicBezTo>
                              <a:pt x="6089916" y="2276674"/>
                              <a:pt x="6072088" y="2218150"/>
                              <a:pt x="6072088" y="2140946"/>
                            </a:cubicBezTo>
                            <a:cubicBezTo>
                              <a:pt x="6072088" y="2062501"/>
                              <a:pt x="6089451" y="2003822"/>
                              <a:pt x="6124177" y="1964910"/>
                            </a:cubicBezTo>
                            <a:cubicBezTo>
                              <a:pt x="6158904" y="1925998"/>
                              <a:pt x="6204638" y="1906542"/>
                              <a:pt x="6261378" y="1906542"/>
                            </a:cubicBezTo>
                            <a:close/>
                            <a:moveTo>
                              <a:pt x="5396909" y="1834569"/>
                            </a:moveTo>
                            <a:lnTo>
                              <a:pt x="5396909" y="2058963"/>
                            </a:lnTo>
                            <a:lnTo>
                              <a:pt x="5392959" y="2080513"/>
                            </a:lnTo>
                            <a:cubicBezTo>
                              <a:pt x="5390992" y="2098012"/>
                              <a:pt x="5390008" y="2116916"/>
                              <a:pt x="5390008" y="2137225"/>
                            </a:cubicBezTo>
                            <a:cubicBezTo>
                              <a:pt x="5390008" y="2158774"/>
                              <a:pt x="5390977" y="2178773"/>
                              <a:pt x="5392915" y="2197221"/>
                            </a:cubicBezTo>
                            <a:lnTo>
                              <a:pt x="5396909" y="2220441"/>
                            </a:lnTo>
                            <a:lnTo>
                              <a:pt x="5396909" y="2449061"/>
                            </a:lnTo>
                            <a:lnTo>
                              <a:pt x="5335593" y="2401162"/>
                            </a:lnTo>
                            <a:cubicBezTo>
                              <a:pt x="5277302" y="2339306"/>
                              <a:pt x="5248157" y="2254737"/>
                              <a:pt x="5248157" y="2147457"/>
                            </a:cubicBezTo>
                            <a:cubicBezTo>
                              <a:pt x="5248157" y="2033976"/>
                              <a:pt x="5277457" y="1945841"/>
                              <a:pt x="5336058" y="1883055"/>
                            </a:cubicBezTo>
                            <a:cubicBezTo>
                              <a:pt x="5350709" y="1867358"/>
                              <a:pt x="5366512" y="1853623"/>
                              <a:pt x="5383468" y="1841851"/>
                            </a:cubicBezTo>
                            <a:close/>
                            <a:moveTo>
                              <a:pt x="6701091" y="1800501"/>
                            </a:moveTo>
                            <a:lnTo>
                              <a:pt x="6701091" y="2482320"/>
                            </a:lnTo>
                            <a:lnTo>
                              <a:pt x="7219664" y="2482320"/>
                            </a:lnTo>
                            <a:lnTo>
                              <a:pt x="7219664" y="2367443"/>
                            </a:lnTo>
                            <a:lnTo>
                              <a:pt x="6838757" y="2367443"/>
                            </a:lnTo>
                            <a:lnTo>
                              <a:pt x="6838757" y="2181873"/>
                            </a:lnTo>
                            <a:lnTo>
                              <a:pt x="7181061" y="2181873"/>
                            </a:lnTo>
                            <a:lnTo>
                              <a:pt x="7181061" y="2066997"/>
                            </a:lnTo>
                            <a:lnTo>
                              <a:pt x="6838757" y="2066997"/>
                            </a:lnTo>
                            <a:lnTo>
                              <a:pt x="6838757" y="1915843"/>
                            </a:lnTo>
                            <a:lnTo>
                              <a:pt x="7206641" y="1915843"/>
                            </a:lnTo>
                            <a:lnTo>
                              <a:pt x="7206641" y="1800501"/>
                            </a:lnTo>
                            <a:close/>
                            <a:moveTo>
                              <a:pt x="5001455" y="1800501"/>
                            </a:moveTo>
                            <a:lnTo>
                              <a:pt x="5139121" y="1800501"/>
                            </a:lnTo>
                            <a:lnTo>
                              <a:pt x="5139121" y="2482320"/>
                            </a:lnTo>
                            <a:lnTo>
                              <a:pt x="5001455" y="2482320"/>
                            </a:lnTo>
                            <a:close/>
                            <a:moveTo>
                              <a:pt x="4318911" y="1800501"/>
                            </a:moveTo>
                            <a:lnTo>
                              <a:pt x="4456577" y="1800501"/>
                            </a:lnTo>
                            <a:lnTo>
                              <a:pt x="4456577" y="2169781"/>
                            </a:lnTo>
                            <a:cubicBezTo>
                              <a:pt x="4456577" y="2228382"/>
                              <a:pt x="4458283" y="2266364"/>
                              <a:pt x="4461693" y="2283728"/>
                            </a:cubicBezTo>
                            <a:cubicBezTo>
                              <a:pt x="4467584" y="2311633"/>
                              <a:pt x="4481614" y="2334035"/>
                              <a:pt x="4503784" y="2350933"/>
                            </a:cubicBezTo>
                            <a:cubicBezTo>
                              <a:pt x="4525953" y="2367831"/>
                              <a:pt x="4556261" y="2376280"/>
                              <a:pt x="4594708" y="2376280"/>
                            </a:cubicBezTo>
                            <a:cubicBezTo>
                              <a:pt x="4633776" y="2376280"/>
                              <a:pt x="4663231" y="2368296"/>
                              <a:pt x="4683075" y="2352328"/>
                            </a:cubicBezTo>
                            <a:cubicBezTo>
                              <a:pt x="4702919" y="2336360"/>
                              <a:pt x="4714856" y="2316749"/>
                              <a:pt x="4718887" y="2293495"/>
                            </a:cubicBezTo>
                            <a:cubicBezTo>
                              <a:pt x="4722918" y="2270240"/>
                              <a:pt x="4724933" y="2231638"/>
                              <a:pt x="4724933" y="2177688"/>
                            </a:cubicBezTo>
                            <a:lnTo>
                              <a:pt x="4724933" y="1800501"/>
                            </a:lnTo>
                            <a:lnTo>
                              <a:pt x="4862599" y="1800501"/>
                            </a:lnTo>
                            <a:lnTo>
                              <a:pt x="4862599" y="2158619"/>
                            </a:lnTo>
                            <a:cubicBezTo>
                              <a:pt x="4862599" y="2240475"/>
                              <a:pt x="4858878" y="2298301"/>
                              <a:pt x="4851437" y="2332097"/>
                            </a:cubicBezTo>
                            <a:cubicBezTo>
                              <a:pt x="4843995" y="2365893"/>
                              <a:pt x="4830275" y="2394419"/>
                              <a:pt x="4810277" y="2417673"/>
                            </a:cubicBezTo>
                            <a:cubicBezTo>
                              <a:pt x="4790278" y="2440927"/>
                              <a:pt x="4763535" y="2459454"/>
                              <a:pt x="4730049" y="2473251"/>
                            </a:cubicBezTo>
                            <a:cubicBezTo>
                              <a:pt x="4696563" y="2487049"/>
                              <a:pt x="4652844" y="2493948"/>
                              <a:pt x="4598894" y="2493948"/>
                            </a:cubicBezTo>
                            <a:cubicBezTo>
                              <a:pt x="4533782" y="2493948"/>
                              <a:pt x="4484405" y="2486429"/>
                              <a:pt x="4450764" y="2471391"/>
                            </a:cubicBezTo>
                            <a:cubicBezTo>
                              <a:pt x="4417122" y="2456353"/>
                              <a:pt x="4390535" y="2436819"/>
                              <a:pt x="4371001" y="2412790"/>
                            </a:cubicBezTo>
                            <a:cubicBezTo>
                              <a:pt x="4351467" y="2388760"/>
                              <a:pt x="4338600" y="2363568"/>
                              <a:pt x="4332399" y="2337213"/>
                            </a:cubicBezTo>
                            <a:cubicBezTo>
                              <a:pt x="4323407" y="2298146"/>
                              <a:pt x="4318911" y="2240475"/>
                              <a:pt x="4318911" y="2164200"/>
                            </a:cubicBezTo>
                            <a:close/>
                            <a:moveTo>
                              <a:pt x="3634506" y="1800501"/>
                            </a:moveTo>
                            <a:lnTo>
                              <a:pt x="3907048" y="1800501"/>
                            </a:lnTo>
                            <a:cubicBezTo>
                              <a:pt x="3960998" y="1800501"/>
                              <a:pt x="4001228" y="1802750"/>
                              <a:pt x="4027738" y="1807245"/>
                            </a:cubicBezTo>
                            <a:cubicBezTo>
                              <a:pt x="4054248" y="1811741"/>
                              <a:pt x="4077968" y="1821120"/>
                              <a:pt x="4098897" y="1835383"/>
                            </a:cubicBezTo>
                            <a:cubicBezTo>
                              <a:pt x="4119826" y="1849646"/>
                              <a:pt x="4137266" y="1868637"/>
                              <a:pt x="4151219" y="1892356"/>
                            </a:cubicBezTo>
                            <a:cubicBezTo>
                              <a:pt x="4165172" y="1916076"/>
                              <a:pt x="4172148" y="1942663"/>
                              <a:pt x="4172148" y="1972119"/>
                            </a:cubicBezTo>
                            <a:cubicBezTo>
                              <a:pt x="4172148" y="2004055"/>
                              <a:pt x="4163544" y="2033356"/>
                              <a:pt x="4146336" y="2060021"/>
                            </a:cubicBezTo>
                            <a:cubicBezTo>
                              <a:pt x="4129127" y="2086686"/>
                              <a:pt x="4105796" y="2106684"/>
                              <a:pt x="4076340" y="2120017"/>
                            </a:cubicBezTo>
                            <a:cubicBezTo>
                              <a:pt x="4117888" y="2132109"/>
                              <a:pt x="4149824" y="2152728"/>
                              <a:pt x="4172148" y="2181873"/>
                            </a:cubicBezTo>
                            <a:cubicBezTo>
                              <a:pt x="4194472" y="2211019"/>
                              <a:pt x="4205634" y="2245280"/>
                              <a:pt x="4205634" y="2284658"/>
                            </a:cubicBezTo>
                            <a:cubicBezTo>
                              <a:pt x="4205634" y="2315664"/>
                              <a:pt x="4198425" y="2345817"/>
                              <a:pt x="4184008" y="2375117"/>
                            </a:cubicBezTo>
                            <a:cubicBezTo>
                              <a:pt x="4169590" y="2404418"/>
                              <a:pt x="4149901" y="2427827"/>
                              <a:pt x="4124942" y="2445346"/>
                            </a:cubicBezTo>
                            <a:cubicBezTo>
                              <a:pt x="4099982" y="2462864"/>
                              <a:pt x="4069208" y="2473639"/>
                              <a:pt x="4032622" y="2477669"/>
                            </a:cubicBezTo>
                            <a:cubicBezTo>
                              <a:pt x="4009677" y="2480150"/>
                              <a:pt x="3954332" y="2481700"/>
                              <a:pt x="3866585" y="2482320"/>
                            </a:cubicBezTo>
                            <a:lnTo>
                              <a:pt x="3634506" y="2482320"/>
                            </a:lnTo>
                            <a:close/>
                            <a:moveTo>
                              <a:pt x="3363155" y="1800501"/>
                            </a:moveTo>
                            <a:lnTo>
                              <a:pt x="3500822" y="1800501"/>
                            </a:lnTo>
                            <a:lnTo>
                              <a:pt x="3500822" y="2482320"/>
                            </a:lnTo>
                            <a:lnTo>
                              <a:pt x="3363155" y="2482320"/>
                            </a:lnTo>
                            <a:close/>
                            <a:moveTo>
                              <a:pt x="2682007" y="1800501"/>
                            </a:moveTo>
                            <a:lnTo>
                              <a:pt x="2971756" y="1800501"/>
                            </a:lnTo>
                            <a:cubicBezTo>
                              <a:pt x="3044620" y="1800501"/>
                              <a:pt x="3097562" y="1806625"/>
                              <a:pt x="3130584" y="1818872"/>
                            </a:cubicBezTo>
                            <a:cubicBezTo>
                              <a:pt x="3163605" y="1831120"/>
                              <a:pt x="3190038" y="1852901"/>
                              <a:pt x="3209881" y="1884217"/>
                            </a:cubicBezTo>
                            <a:cubicBezTo>
                              <a:pt x="3229725" y="1915533"/>
                              <a:pt x="3239647" y="1951345"/>
                              <a:pt x="3239647" y="1991653"/>
                            </a:cubicBezTo>
                            <a:cubicBezTo>
                              <a:pt x="3239647" y="2042812"/>
                              <a:pt x="3224609" y="2085058"/>
                              <a:pt x="3194533" y="2118389"/>
                            </a:cubicBezTo>
                            <a:cubicBezTo>
                              <a:pt x="3164458" y="2151720"/>
                              <a:pt x="3119499" y="2172727"/>
                              <a:pt x="3059658" y="2181409"/>
                            </a:cubicBezTo>
                            <a:cubicBezTo>
                              <a:pt x="3089423" y="2198772"/>
                              <a:pt x="3113996" y="2217840"/>
                              <a:pt x="3133374" y="2238614"/>
                            </a:cubicBezTo>
                            <a:cubicBezTo>
                              <a:pt x="3152753" y="2259388"/>
                              <a:pt x="3178875" y="2296285"/>
                              <a:pt x="3211742" y="2349305"/>
                            </a:cubicBezTo>
                            <a:lnTo>
                              <a:pt x="3294992" y="2482320"/>
                            </a:lnTo>
                            <a:lnTo>
                              <a:pt x="3130351" y="2482320"/>
                            </a:lnTo>
                            <a:lnTo>
                              <a:pt x="3030822" y="2333957"/>
                            </a:lnTo>
                            <a:cubicBezTo>
                              <a:pt x="2995476" y="2280937"/>
                              <a:pt x="2971291" y="2247528"/>
                              <a:pt x="2958269" y="2233731"/>
                            </a:cubicBezTo>
                            <a:cubicBezTo>
                              <a:pt x="2945246" y="2219933"/>
                              <a:pt x="2931449" y="2210477"/>
                              <a:pt x="2916876" y="2205360"/>
                            </a:cubicBezTo>
                            <a:cubicBezTo>
                              <a:pt x="2902303" y="2200245"/>
                              <a:pt x="2879204" y="2197687"/>
                              <a:pt x="2847578" y="2197687"/>
                            </a:cubicBezTo>
                            <a:lnTo>
                              <a:pt x="2819672" y="2197687"/>
                            </a:lnTo>
                            <a:lnTo>
                              <a:pt x="2819672" y="2482320"/>
                            </a:lnTo>
                            <a:lnTo>
                              <a:pt x="2682007" y="2482320"/>
                            </a:lnTo>
                            <a:close/>
                            <a:moveTo>
                              <a:pt x="2051682" y="1800501"/>
                            </a:moveTo>
                            <a:lnTo>
                              <a:pt x="2593510" y="1800501"/>
                            </a:lnTo>
                            <a:lnTo>
                              <a:pt x="2593510" y="1915843"/>
                            </a:lnTo>
                            <a:lnTo>
                              <a:pt x="2391662" y="1915843"/>
                            </a:lnTo>
                            <a:lnTo>
                              <a:pt x="2391662" y="2482320"/>
                            </a:lnTo>
                            <a:lnTo>
                              <a:pt x="2253996" y="2482320"/>
                            </a:lnTo>
                            <a:lnTo>
                              <a:pt x="2253996" y="1915843"/>
                            </a:lnTo>
                            <a:lnTo>
                              <a:pt x="2051682" y="1915843"/>
                            </a:lnTo>
                            <a:close/>
                            <a:moveTo>
                              <a:pt x="1191456" y="1800501"/>
                            </a:moveTo>
                            <a:lnTo>
                              <a:pt x="1329122" y="1800501"/>
                            </a:lnTo>
                            <a:lnTo>
                              <a:pt x="1329122" y="2482320"/>
                            </a:lnTo>
                            <a:lnTo>
                              <a:pt x="1191456" y="2482320"/>
                            </a:lnTo>
                            <a:close/>
                            <a:moveTo>
                              <a:pt x="509376" y="1800501"/>
                            </a:moveTo>
                            <a:lnTo>
                              <a:pt x="760989" y="1800501"/>
                            </a:lnTo>
                            <a:cubicBezTo>
                              <a:pt x="817730" y="1800501"/>
                              <a:pt x="860983" y="1804842"/>
                              <a:pt x="890749" y="1813524"/>
                            </a:cubicBezTo>
                            <a:cubicBezTo>
                              <a:pt x="930746" y="1825306"/>
                              <a:pt x="965008" y="1846235"/>
                              <a:pt x="993533" y="1876311"/>
                            </a:cubicBezTo>
                            <a:cubicBezTo>
                              <a:pt x="1022058" y="1906386"/>
                              <a:pt x="1043762" y="1943206"/>
                              <a:pt x="1058645" y="1986769"/>
                            </a:cubicBezTo>
                            <a:cubicBezTo>
                              <a:pt x="1073528" y="2030333"/>
                              <a:pt x="1080970" y="2084050"/>
                              <a:pt x="1080970" y="2147922"/>
                            </a:cubicBezTo>
                            <a:cubicBezTo>
                              <a:pt x="1080970" y="2204043"/>
                              <a:pt x="1073993" y="2252412"/>
                              <a:pt x="1060041" y="2293029"/>
                            </a:cubicBezTo>
                            <a:cubicBezTo>
                              <a:pt x="1042987" y="2342639"/>
                              <a:pt x="1018648" y="2382792"/>
                              <a:pt x="987022" y="2413487"/>
                            </a:cubicBezTo>
                            <a:cubicBezTo>
                              <a:pt x="963147" y="2436742"/>
                              <a:pt x="930901" y="2454880"/>
                              <a:pt x="890284" y="2467903"/>
                            </a:cubicBezTo>
                            <a:cubicBezTo>
                              <a:pt x="859898" y="2477514"/>
                              <a:pt x="819280" y="2482320"/>
                              <a:pt x="768430" y="2482320"/>
                            </a:cubicBezTo>
                            <a:lnTo>
                              <a:pt x="509376" y="2482320"/>
                            </a:lnTo>
                            <a:close/>
                            <a:moveTo>
                              <a:pt x="7577856" y="1788874"/>
                            </a:moveTo>
                            <a:cubicBezTo>
                              <a:pt x="7525456" y="1788874"/>
                              <a:pt x="7480731" y="1796781"/>
                              <a:pt x="7443678" y="1812594"/>
                            </a:cubicBezTo>
                            <a:cubicBezTo>
                              <a:pt x="7406627" y="1828407"/>
                              <a:pt x="7378256" y="1851429"/>
                              <a:pt x="7358567" y="1881659"/>
                            </a:cubicBezTo>
                            <a:cubicBezTo>
                              <a:pt x="7338879" y="1911890"/>
                              <a:pt x="7329034" y="1944369"/>
                              <a:pt x="7329034" y="1979095"/>
                            </a:cubicBezTo>
                            <a:cubicBezTo>
                              <a:pt x="7329034" y="2033045"/>
                              <a:pt x="7349963" y="2078779"/>
                              <a:pt x="7391821" y="2116296"/>
                            </a:cubicBezTo>
                            <a:cubicBezTo>
                              <a:pt x="7421587" y="2142961"/>
                              <a:pt x="7473367" y="2165441"/>
                              <a:pt x="7547160" y="2183734"/>
                            </a:cubicBezTo>
                            <a:cubicBezTo>
                              <a:pt x="7604521" y="2197996"/>
                              <a:pt x="7641263" y="2207919"/>
                              <a:pt x="7657386" y="2213500"/>
                            </a:cubicBezTo>
                            <a:cubicBezTo>
                              <a:pt x="7680951" y="2221871"/>
                              <a:pt x="7697461" y="2231715"/>
                              <a:pt x="7706918" y="2243032"/>
                            </a:cubicBezTo>
                            <a:cubicBezTo>
                              <a:pt x="7716375" y="2254350"/>
                              <a:pt x="7721103" y="2268070"/>
                              <a:pt x="7721103" y="2284193"/>
                            </a:cubicBezTo>
                            <a:cubicBezTo>
                              <a:pt x="7721103" y="2309307"/>
                              <a:pt x="7709863" y="2331244"/>
                              <a:pt x="7687384" y="2350003"/>
                            </a:cubicBezTo>
                            <a:cubicBezTo>
                              <a:pt x="7664905" y="2368761"/>
                              <a:pt x="7631497" y="2378140"/>
                              <a:pt x="7587157" y="2378140"/>
                            </a:cubicBezTo>
                            <a:cubicBezTo>
                              <a:pt x="7545300" y="2378140"/>
                              <a:pt x="7512046" y="2367598"/>
                              <a:pt x="7487397" y="2346515"/>
                            </a:cubicBezTo>
                            <a:cubicBezTo>
                              <a:pt x="7462747" y="2325430"/>
                              <a:pt x="7446391" y="2292409"/>
                              <a:pt x="7438329" y="2247451"/>
                            </a:cubicBezTo>
                            <a:lnTo>
                              <a:pt x="7304385" y="2260473"/>
                            </a:lnTo>
                            <a:cubicBezTo>
                              <a:pt x="7313376" y="2336748"/>
                              <a:pt x="7340971" y="2394806"/>
                              <a:pt x="7387170" y="2434649"/>
                            </a:cubicBezTo>
                            <a:cubicBezTo>
                              <a:pt x="7433369" y="2474491"/>
                              <a:pt x="7499567" y="2494413"/>
                              <a:pt x="7585763" y="2494413"/>
                            </a:cubicBezTo>
                            <a:cubicBezTo>
                              <a:pt x="7644984" y="2494413"/>
                              <a:pt x="7694439" y="2486119"/>
                              <a:pt x="7734125" y="2469530"/>
                            </a:cubicBezTo>
                            <a:cubicBezTo>
                              <a:pt x="7773813" y="2452942"/>
                              <a:pt x="7804509" y="2427595"/>
                              <a:pt x="7826213" y="2393488"/>
                            </a:cubicBezTo>
                            <a:cubicBezTo>
                              <a:pt x="7847917" y="2359382"/>
                              <a:pt x="7858769" y="2322795"/>
                              <a:pt x="7858769" y="2283728"/>
                            </a:cubicBezTo>
                            <a:cubicBezTo>
                              <a:pt x="7858769" y="2240629"/>
                              <a:pt x="7849700" y="2204430"/>
                              <a:pt x="7831561" y="2175130"/>
                            </a:cubicBezTo>
                            <a:cubicBezTo>
                              <a:pt x="7813423" y="2145829"/>
                              <a:pt x="7788308" y="2122730"/>
                              <a:pt x="7756217" y="2105832"/>
                            </a:cubicBezTo>
                            <a:cubicBezTo>
                              <a:pt x="7724126" y="2088934"/>
                              <a:pt x="7674594" y="2072578"/>
                              <a:pt x="7607621" y="2056765"/>
                            </a:cubicBezTo>
                            <a:cubicBezTo>
                              <a:pt x="7540649" y="2040952"/>
                              <a:pt x="7498481" y="2025759"/>
                              <a:pt x="7481117" y="2011186"/>
                            </a:cubicBezTo>
                            <a:cubicBezTo>
                              <a:pt x="7467475" y="1999714"/>
                              <a:pt x="7460654" y="1985916"/>
                              <a:pt x="7460654" y="1969794"/>
                            </a:cubicBezTo>
                            <a:cubicBezTo>
                              <a:pt x="7460654" y="1952120"/>
                              <a:pt x="7467941" y="1938013"/>
                              <a:pt x="7482513" y="1927470"/>
                            </a:cubicBezTo>
                            <a:cubicBezTo>
                              <a:pt x="7505147" y="1911037"/>
                              <a:pt x="7536463" y="1902821"/>
                              <a:pt x="7576461" y="1902821"/>
                            </a:cubicBezTo>
                            <a:cubicBezTo>
                              <a:pt x="7615218" y="1902821"/>
                              <a:pt x="7644286" y="1910495"/>
                              <a:pt x="7663665" y="1925843"/>
                            </a:cubicBezTo>
                            <a:cubicBezTo>
                              <a:pt x="7683043" y="1941191"/>
                              <a:pt x="7695679" y="1966383"/>
                              <a:pt x="7701569" y="2001419"/>
                            </a:cubicBezTo>
                            <a:lnTo>
                              <a:pt x="7839235" y="1995373"/>
                            </a:lnTo>
                            <a:cubicBezTo>
                              <a:pt x="7837065" y="1932742"/>
                              <a:pt x="7814353" y="1882667"/>
                              <a:pt x="7771100" y="1845150"/>
                            </a:cubicBezTo>
                            <a:cubicBezTo>
                              <a:pt x="7727847" y="1807633"/>
                              <a:pt x="7663432" y="1788874"/>
                              <a:pt x="7577856" y="1788874"/>
                            </a:cubicBezTo>
                            <a:close/>
                            <a:moveTo>
                              <a:pt x="6259983" y="1788874"/>
                            </a:moveTo>
                            <a:cubicBezTo>
                              <a:pt x="6204482" y="1788874"/>
                              <a:pt x="6155494" y="1797866"/>
                              <a:pt x="6113015" y="1815849"/>
                            </a:cubicBezTo>
                            <a:cubicBezTo>
                              <a:pt x="6081080" y="1829182"/>
                              <a:pt x="6051701" y="1849646"/>
                              <a:pt x="6024881" y="1877241"/>
                            </a:cubicBezTo>
                            <a:cubicBezTo>
                              <a:pt x="5998061" y="1904836"/>
                              <a:pt x="5976900" y="1935997"/>
                              <a:pt x="5961397" y="1970724"/>
                            </a:cubicBezTo>
                            <a:cubicBezTo>
                              <a:pt x="5940623" y="2017853"/>
                              <a:pt x="5930236" y="2076144"/>
                              <a:pt x="5930236" y="2145597"/>
                            </a:cubicBezTo>
                            <a:cubicBezTo>
                              <a:pt x="5930236" y="2254117"/>
                              <a:pt x="5960157" y="2339306"/>
                              <a:pt x="6019998" y="2401162"/>
                            </a:cubicBezTo>
                            <a:cubicBezTo>
                              <a:pt x="6079839" y="2463019"/>
                              <a:pt x="6160454" y="2493948"/>
                              <a:pt x="6261844" y="2493948"/>
                            </a:cubicBezTo>
                            <a:cubicBezTo>
                              <a:pt x="6361993" y="2493948"/>
                              <a:pt x="6441988" y="2462864"/>
                              <a:pt x="6501829" y="2400697"/>
                            </a:cubicBezTo>
                            <a:cubicBezTo>
                              <a:pt x="6561670" y="2338531"/>
                              <a:pt x="6591591" y="2252412"/>
                              <a:pt x="6591591" y="2142341"/>
                            </a:cubicBezTo>
                            <a:cubicBezTo>
                              <a:pt x="6591591" y="2031340"/>
                              <a:pt x="6561437" y="1944679"/>
                              <a:pt x="6501131" y="1882357"/>
                            </a:cubicBezTo>
                            <a:cubicBezTo>
                              <a:pt x="6440825" y="1820035"/>
                              <a:pt x="6360442" y="1788874"/>
                              <a:pt x="6259983" y="1788874"/>
                            </a:cubicBezTo>
                            <a:close/>
                            <a:moveTo>
                              <a:pt x="1700932" y="1788874"/>
                            </a:moveTo>
                            <a:cubicBezTo>
                              <a:pt x="1786508" y="1788874"/>
                              <a:pt x="1850922" y="1807633"/>
                              <a:pt x="1894176" y="1845150"/>
                            </a:cubicBezTo>
                            <a:cubicBezTo>
                              <a:pt x="1937429" y="1882667"/>
                              <a:pt x="1960141" y="1932742"/>
                              <a:pt x="1962311" y="1995373"/>
                            </a:cubicBezTo>
                            <a:lnTo>
                              <a:pt x="1824645" y="2001419"/>
                            </a:lnTo>
                            <a:cubicBezTo>
                              <a:pt x="1818754" y="1966383"/>
                              <a:pt x="1806120" y="1941191"/>
                              <a:pt x="1786741" y="1925843"/>
                            </a:cubicBezTo>
                            <a:cubicBezTo>
                              <a:pt x="1767362" y="1910495"/>
                              <a:pt x="1738294" y="1902821"/>
                              <a:pt x="1699537" y="1902821"/>
                            </a:cubicBezTo>
                            <a:cubicBezTo>
                              <a:pt x="1659539" y="1902821"/>
                              <a:pt x="1628223" y="1911037"/>
                              <a:pt x="1605589" y="1927470"/>
                            </a:cubicBezTo>
                            <a:cubicBezTo>
                              <a:pt x="1591016" y="1938013"/>
                              <a:pt x="1583729" y="1952120"/>
                              <a:pt x="1583729" y="1969794"/>
                            </a:cubicBezTo>
                            <a:cubicBezTo>
                              <a:pt x="1583729" y="1985916"/>
                              <a:pt x="1590551" y="1999714"/>
                              <a:pt x="1604194" y="2011186"/>
                            </a:cubicBezTo>
                            <a:cubicBezTo>
                              <a:pt x="1621557" y="2025759"/>
                              <a:pt x="1663725" y="2040952"/>
                              <a:pt x="1730698" y="2056765"/>
                            </a:cubicBezTo>
                            <a:cubicBezTo>
                              <a:pt x="1797670" y="2072578"/>
                              <a:pt x="1847202" y="2088934"/>
                              <a:pt x="1879293" y="2105832"/>
                            </a:cubicBezTo>
                            <a:cubicBezTo>
                              <a:pt x="1911384" y="2122730"/>
                              <a:pt x="1936499" y="2145829"/>
                              <a:pt x="1954637" y="2175130"/>
                            </a:cubicBezTo>
                            <a:cubicBezTo>
                              <a:pt x="1972776" y="2204430"/>
                              <a:pt x="1981845" y="2240629"/>
                              <a:pt x="1981845" y="2283728"/>
                            </a:cubicBezTo>
                            <a:cubicBezTo>
                              <a:pt x="1981845" y="2322795"/>
                              <a:pt x="1970993" y="2359382"/>
                              <a:pt x="1949289" y="2393488"/>
                            </a:cubicBezTo>
                            <a:cubicBezTo>
                              <a:pt x="1927585" y="2427595"/>
                              <a:pt x="1896889" y="2452942"/>
                              <a:pt x="1857201" y="2469530"/>
                            </a:cubicBezTo>
                            <a:cubicBezTo>
                              <a:pt x="1817514" y="2486119"/>
                              <a:pt x="1768060" y="2494413"/>
                              <a:pt x="1708839" y="2494413"/>
                            </a:cubicBezTo>
                            <a:cubicBezTo>
                              <a:pt x="1622642" y="2494413"/>
                              <a:pt x="1556444" y="2474491"/>
                              <a:pt x="1510246" y="2434649"/>
                            </a:cubicBezTo>
                            <a:cubicBezTo>
                              <a:pt x="1464047" y="2394806"/>
                              <a:pt x="1436451" y="2336748"/>
                              <a:pt x="1427460" y="2260473"/>
                            </a:cubicBezTo>
                            <a:lnTo>
                              <a:pt x="1561405" y="2247451"/>
                            </a:lnTo>
                            <a:cubicBezTo>
                              <a:pt x="1569467" y="2292409"/>
                              <a:pt x="1585823" y="2325430"/>
                              <a:pt x="1610472" y="2346515"/>
                            </a:cubicBezTo>
                            <a:cubicBezTo>
                              <a:pt x="1635122" y="2367598"/>
                              <a:pt x="1668376" y="2378140"/>
                              <a:pt x="1710233" y="2378140"/>
                            </a:cubicBezTo>
                            <a:cubicBezTo>
                              <a:pt x="1754572" y="2378140"/>
                              <a:pt x="1787981" y="2368761"/>
                              <a:pt x="1810460" y="2350003"/>
                            </a:cubicBezTo>
                            <a:cubicBezTo>
                              <a:pt x="1832939" y="2331244"/>
                              <a:pt x="1844179" y="2309307"/>
                              <a:pt x="1844179" y="2284193"/>
                            </a:cubicBezTo>
                            <a:cubicBezTo>
                              <a:pt x="1844179" y="2268070"/>
                              <a:pt x="1839451" y="2254350"/>
                              <a:pt x="1829993" y="2243032"/>
                            </a:cubicBezTo>
                            <a:cubicBezTo>
                              <a:pt x="1820537" y="2231715"/>
                              <a:pt x="1804027" y="2221871"/>
                              <a:pt x="1780462" y="2213500"/>
                            </a:cubicBezTo>
                            <a:cubicBezTo>
                              <a:pt x="1764339" y="2207919"/>
                              <a:pt x="1727597" y="2197996"/>
                              <a:pt x="1670236" y="2183734"/>
                            </a:cubicBezTo>
                            <a:cubicBezTo>
                              <a:pt x="1596442" y="2165441"/>
                              <a:pt x="1544662" y="2142961"/>
                              <a:pt x="1514897" y="2116296"/>
                            </a:cubicBezTo>
                            <a:cubicBezTo>
                              <a:pt x="1473038" y="2078779"/>
                              <a:pt x="1452110" y="2033045"/>
                              <a:pt x="1452110" y="1979095"/>
                            </a:cubicBezTo>
                            <a:cubicBezTo>
                              <a:pt x="1452110" y="1944369"/>
                              <a:pt x="1461954" y="1911890"/>
                              <a:pt x="1481642" y="1881659"/>
                            </a:cubicBezTo>
                            <a:cubicBezTo>
                              <a:pt x="1501332" y="1851429"/>
                              <a:pt x="1529702" y="1828407"/>
                              <a:pt x="1566754" y="1812594"/>
                            </a:cubicBezTo>
                            <a:cubicBezTo>
                              <a:pt x="1603806" y="1796781"/>
                              <a:pt x="1648532" y="1788874"/>
                              <a:pt x="1700932" y="1788874"/>
                            </a:cubicBezTo>
                            <a:close/>
                            <a:moveTo>
                              <a:pt x="6350210" y="1644232"/>
                            </a:moveTo>
                            <a:cubicBezTo>
                              <a:pt x="6348350" y="1658805"/>
                              <a:pt x="6344087" y="1669192"/>
                              <a:pt x="6337420" y="1675393"/>
                            </a:cubicBezTo>
                            <a:cubicBezTo>
                              <a:pt x="6330754" y="1681594"/>
                              <a:pt x="6322460" y="1684695"/>
                              <a:pt x="6312538" y="1684695"/>
                            </a:cubicBezTo>
                            <a:cubicBezTo>
                              <a:pt x="6298585" y="1684695"/>
                              <a:pt x="6279284" y="1679191"/>
                              <a:pt x="6254635" y="1668184"/>
                            </a:cubicBezTo>
                            <a:cubicBezTo>
                              <a:pt x="6229985" y="1657177"/>
                              <a:pt x="6213009" y="1650511"/>
                              <a:pt x="6203708" y="1648185"/>
                            </a:cubicBezTo>
                            <a:cubicBezTo>
                              <a:pt x="6194406" y="1645860"/>
                              <a:pt x="6184329" y="1644697"/>
                              <a:pt x="6173477" y="1644697"/>
                            </a:cubicBezTo>
                            <a:cubicBezTo>
                              <a:pt x="6148672" y="1644697"/>
                              <a:pt x="6128363" y="1653456"/>
                              <a:pt x="6112550" y="1670975"/>
                            </a:cubicBezTo>
                            <a:cubicBezTo>
                              <a:pt x="6096737" y="1688493"/>
                              <a:pt x="6088831" y="1713530"/>
                              <a:pt x="6088831" y="1746086"/>
                            </a:cubicBezTo>
                            <a:cubicBezTo>
                              <a:pt x="6088831" y="1750117"/>
                              <a:pt x="6088986" y="1755698"/>
                              <a:pt x="6089296" y="1762829"/>
                            </a:cubicBezTo>
                            <a:lnTo>
                              <a:pt x="6148827" y="1762829"/>
                            </a:lnTo>
                            <a:cubicBezTo>
                              <a:pt x="6149137" y="1747947"/>
                              <a:pt x="6152083" y="1737482"/>
                              <a:pt x="6157664" y="1731436"/>
                            </a:cubicBezTo>
                            <a:cubicBezTo>
                              <a:pt x="6163245" y="1725390"/>
                              <a:pt x="6170996" y="1722367"/>
                              <a:pt x="6180918" y="1722367"/>
                            </a:cubicBezTo>
                            <a:cubicBezTo>
                              <a:pt x="6193941" y="1722367"/>
                              <a:pt x="6214714" y="1727793"/>
                              <a:pt x="6243240" y="1738645"/>
                            </a:cubicBezTo>
                            <a:cubicBezTo>
                              <a:pt x="6271766" y="1749497"/>
                              <a:pt x="6289594" y="1755853"/>
                              <a:pt x="6296725" y="1757713"/>
                            </a:cubicBezTo>
                            <a:cubicBezTo>
                              <a:pt x="6306957" y="1759884"/>
                              <a:pt x="6317344" y="1760969"/>
                              <a:pt x="6327886" y="1760969"/>
                            </a:cubicBezTo>
                            <a:cubicBezTo>
                              <a:pt x="6352071" y="1760969"/>
                              <a:pt x="6371837" y="1751977"/>
                              <a:pt x="6387185" y="1733994"/>
                            </a:cubicBezTo>
                            <a:cubicBezTo>
                              <a:pt x="6402533" y="1716011"/>
                              <a:pt x="6410362" y="1686090"/>
                              <a:pt x="6410672" y="1644232"/>
                            </a:cubicBezTo>
                            <a:close/>
                            <a:moveTo>
                              <a:pt x="5396909" y="0"/>
                            </a:moveTo>
                            <a:lnTo>
                              <a:pt x="8892576" y="0"/>
                            </a:lnTo>
                            <a:lnTo>
                              <a:pt x="8892576" y="6858000"/>
                            </a:lnTo>
                            <a:lnTo>
                              <a:pt x="5396909" y="6858000"/>
                            </a:lnTo>
                            <a:lnTo>
                              <a:pt x="5396909" y="5342473"/>
                            </a:lnTo>
                            <a:lnTo>
                              <a:pt x="8601739" y="5342473"/>
                            </a:lnTo>
                            <a:lnTo>
                              <a:pt x="8601739" y="5119189"/>
                            </a:lnTo>
                            <a:lnTo>
                              <a:pt x="5573196" y="5119189"/>
                            </a:lnTo>
                            <a:lnTo>
                              <a:pt x="5678233" y="5087640"/>
                            </a:lnTo>
                            <a:cubicBezTo>
                              <a:pt x="5765297" y="5051766"/>
                              <a:pt x="5834828" y="5003599"/>
                              <a:pt x="5886825" y="4943137"/>
                            </a:cubicBezTo>
                            <a:cubicBezTo>
                              <a:pt x="5938821" y="4882676"/>
                              <a:pt x="5974494" y="4808510"/>
                              <a:pt x="5993841" y="4720639"/>
                            </a:cubicBezTo>
                            <a:cubicBezTo>
                              <a:pt x="6013189" y="4632769"/>
                              <a:pt x="6022863" y="4482421"/>
                              <a:pt x="6022863" y="4269597"/>
                            </a:cubicBezTo>
                            <a:lnTo>
                              <a:pt x="6022863" y="3338491"/>
                            </a:lnTo>
                            <a:lnTo>
                              <a:pt x="5664931" y="3338491"/>
                            </a:lnTo>
                            <a:lnTo>
                              <a:pt x="5664931" y="4319175"/>
                            </a:lnTo>
                            <a:cubicBezTo>
                              <a:pt x="5664931" y="4459446"/>
                              <a:pt x="5659691" y="4559812"/>
                              <a:pt x="5649211" y="4620273"/>
                            </a:cubicBezTo>
                            <a:cubicBezTo>
                              <a:pt x="5638731" y="4680735"/>
                              <a:pt x="5607694" y="4731724"/>
                              <a:pt x="5556101" y="4773241"/>
                            </a:cubicBezTo>
                            <a:cubicBezTo>
                              <a:pt x="5517405" y="4804379"/>
                              <a:pt x="5464653" y="4823840"/>
                              <a:pt x="5397843" y="4831624"/>
                            </a:cubicBezTo>
                            <a:lnTo>
                              <a:pt x="5396909" y="4831675"/>
                            </a:lnTo>
                            <a:lnTo>
                              <a:pt x="5396909" y="2449061"/>
                            </a:lnTo>
                            <a:lnTo>
                              <a:pt x="5407972" y="2457703"/>
                            </a:lnTo>
                            <a:cubicBezTo>
                              <a:pt x="5434366" y="2472201"/>
                              <a:pt x="5463027" y="2482350"/>
                              <a:pt x="5493955" y="2488149"/>
                            </a:cubicBezTo>
                            <a:lnTo>
                              <a:pt x="5514555" y="2490976"/>
                            </a:lnTo>
                            <a:lnTo>
                              <a:pt x="5513722" y="2491041"/>
                            </a:lnTo>
                            <a:cubicBezTo>
                              <a:pt x="5500699" y="2493133"/>
                              <a:pt x="5488142" y="2496273"/>
                              <a:pt x="5476050" y="2500459"/>
                            </a:cubicBezTo>
                            <a:lnTo>
                              <a:pt x="5463957" y="2546502"/>
                            </a:lnTo>
                            <a:cubicBezTo>
                              <a:pt x="5484732" y="2540301"/>
                              <a:pt x="5505040" y="2537201"/>
                              <a:pt x="5524884" y="2537201"/>
                            </a:cubicBezTo>
                            <a:cubicBezTo>
                              <a:pt x="5545037" y="2537201"/>
                              <a:pt x="5559920" y="2541076"/>
                              <a:pt x="5569532" y="2548828"/>
                            </a:cubicBezTo>
                            <a:cubicBezTo>
                              <a:pt x="5579144" y="2556579"/>
                              <a:pt x="5583950" y="2565726"/>
                              <a:pt x="5583950" y="2576268"/>
                            </a:cubicBezTo>
                            <a:cubicBezTo>
                              <a:pt x="5583950" y="2588050"/>
                              <a:pt x="5578834" y="2597662"/>
                              <a:pt x="5568602" y="2605103"/>
                            </a:cubicBezTo>
                            <a:cubicBezTo>
                              <a:pt x="5555269" y="2615025"/>
                              <a:pt x="5534805" y="2619987"/>
                              <a:pt x="5507210" y="2619987"/>
                            </a:cubicBezTo>
                            <a:cubicBezTo>
                              <a:pt x="5480546" y="2619987"/>
                              <a:pt x="5451245" y="2618281"/>
                              <a:pt x="5419309" y="2614870"/>
                            </a:cubicBezTo>
                            <a:lnTo>
                              <a:pt x="5419309" y="2669751"/>
                            </a:lnTo>
                            <a:cubicBezTo>
                              <a:pt x="5439773" y="2674712"/>
                              <a:pt x="5470003" y="2677192"/>
                              <a:pt x="5510001" y="2677192"/>
                            </a:cubicBezTo>
                            <a:cubicBezTo>
                              <a:pt x="5566122" y="2677192"/>
                              <a:pt x="5609219" y="2665565"/>
                              <a:pt x="5639295" y="2642311"/>
                            </a:cubicBezTo>
                            <a:cubicBezTo>
                              <a:pt x="5661620" y="2625257"/>
                              <a:pt x="5672782" y="2603088"/>
                              <a:pt x="5672782" y="2575803"/>
                            </a:cubicBezTo>
                            <a:cubicBezTo>
                              <a:pt x="5672782" y="2551308"/>
                              <a:pt x="5662704" y="2530534"/>
                              <a:pt x="5642551" y="2513481"/>
                            </a:cubicBezTo>
                            <a:cubicBezTo>
                              <a:pt x="5632474" y="2504954"/>
                              <a:pt x="5620072" y="2498559"/>
                              <a:pt x="5605344" y="2494296"/>
                            </a:cubicBezTo>
                            <a:lnTo>
                              <a:pt x="5592738" y="2491760"/>
                            </a:lnTo>
                            <a:lnTo>
                              <a:pt x="5611318" y="2490561"/>
                            </a:lnTo>
                            <a:cubicBezTo>
                              <a:pt x="5661402" y="2483788"/>
                              <a:pt x="5704291" y="2466856"/>
                              <a:pt x="5739987" y="2439765"/>
                            </a:cubicBezTo>
                            <a:cubicBezTo>
                              <a:pt x="5787581" y="2403643"/>
                              <a:pt x="5821610" y="2348375"/>
                              <a:pt x="5842074" y="2273961"/>
                            </a:cubicBezTo>
                            <a:lnTo>
                              <a:pt x="5708594" y="2231638"/>
                            </a:lnTo>
                            <a:cubicBezTo>
                              <a:pt x="5697121" y="2281557"/>
                              <a:pt x="5678208" y="2318144"/>
                              <a:pt x="5651853" y="2341399"/>
                            </a:cubicBezTo>
                            <a:cubicBezTo>
                              <a:pt x="5625497" y="2364653"/>
                              <a:pt x="5594027" y="2376280"/>
                              <a:pt x="5557440" y="2376280"/>
                            </a:cubicBezTo>
                            <a:cubicBezTo>
                              <a:pt x="5507830" y="2376280"/>
                              <a:pt x="5467523" y="2357987"/>
                              <a:pt x="5436517" y="2321400"/>
                            </a:cubicBezTo>
                            <a:cubicBezTo>
                              <a:pt x="5421014" y="2303107"/>
                              <a:pt x="5409387" y="2278612"/>
                              <a:pt x="5401635" y="2247916"/>
                            </a:cubicBezTo>
                            <a:lnTo>
                              <a:pt x="5396909" y="2220441"/>
                            </a:lnTo>
                            <a:lnTo>
                              <a:pt x="5396909" y="2058963"/>
                            </a:lnTo>
                            <a:lnTo>
                              <a:pt x="5401810" y="2032231"/>
                            </a:lnTo>
                            <a:cubicBezTo>
                              <a:pt x="5409677" y="2002853"/>
                              <a:pt x="5421479" y="1979095"/>
                              <a:pt x="5437215" y="1960957"/>
                            </a:cubicBezTo>
                            <a:cubicBezTo>
                              <a:pt x="5468686" y="1924680"/>
                              <a:pt x="5509691" y="1906542"/>
                              <a:pt x="5560231" y="1906542"/>
                            </a:cubicBezTo>
                            <a:cubicBezTo>
                              <a:pt x="5596818" y="1906542"/>
                              <a:pt x="5627901" y="1916773"/>
                              <a:pt x="5653481" y="1937237"/>
                            </a:cubicBezTo>
                            <a:cubicBezTo>
                              <a:pt x="5679060" y="1957701"/>
                              <a:pt x="5695882" y="1985606"/>
                              <a:pt x="5703943" y="2020953"/>
                            </a:cubicBezTo>
                            <a:lnTo>
                              <a:pt x="5840213" y="1988397"/>
                            </a:lnTo>
                            <a:cubicBezTo>
                              <a:pt x="5824711" y="1933827"/>
                              <a:pt x="5801456" y="1891969"/>
                              <a:pt x="5770450" y="1862823"/>
                            </a:cubicBezTo>
                            <a:cubicBezTo>
                              <a:pt x="5718360" y="1813524"/>
                              <a:pt x="5650612" y="1788874"/>
                              <a:pt x="5567207" y="1788874"/>
                            </a:cubicBezTo>
                            <a:cubicBezTo>
                              <a:pt x="5519458" y="1788874"/>
                              <a:pt x="5476321" y="1796723"/>
                              <a:pt x="5437796" y="1812419"/>
                            </a:cubicBezTo>
                            <a:lnTo>
                              <a:pt x="5396909" y="1834569"/>
                            </a:lnTo>
                            <a:close/>
                          </a:path>
                        </a:pathLst>
                      </a:custGeom>
                      <a:solidFill>
                        <a:srgbClr val="00B0F0"/>
                      </a:solidFill>
                      <a:ln>
                        <a:noFill/>
                      </a:ln>
                      <a:effectLst/>
                    </p:spPr>
                    <p:txBody>
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pt-BR" sz="19500" b="1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6" name="Retângulo 5">
                        <a:extLst>
                          <a:ext uri="{FF2B5EF4-FFF2-40B4-BE49-F238E27FC236}">
                            <a16:creationId xmlns:a16="http://schemas.microsoft.com/office/drawing/2014/main" id="{6AA35A04-66EF-68CF-F586-AF390F6D67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940902" y="0"/>
                        <a:ext cx="1251098" cy="6858000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</p:grpSp>
                <p:grpSp>
                  <p:nvGrpSpPr>
                    <p:cNvPr id="20" name="Agrupar 19">
                      <a:extLst>
                        <a:ext uri="{FF2B5EF4-FFF2-40B4-BE49-F238E27FC236}">
                          <a16:creationId xmlns:a16="http://schemas.microsoft.com/office/drawing/2014/main" id="{83763ADE-440D-69EB-F26E-D6C02474B8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62741" y="-1242044"/>
                      <a:ext cx="12354012" cy="9325630"/>
                      <a:chOff x="-162741" y="-1242044"/>
                      <a:chExt cx="12354012" cy="9325630"/>
                    </a:xfrm>
                  </p:grpSpPr>
                  <p:sp>
                    <p:nvSpPr>
                      <p:cNvPr id="8" name="Retângulo 7">
                        <a:extLst>
                          <a:ext uri="{FF2B5EF4-FFF2-40B4-BE49-F238E27FC236}">
                            <a16:creationId xmlns:a16="http://schemas.microsoft.com/office/drawing/2014/main" id="{B19E756B-4AD6-79D0-34BF-6B4CC1B464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729" y="-23598"/>
                        <a:ext cx="12192000" cy="6873369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9" name="CaixaDeTexto 8">
                        <a:extLst>
                          <a:ext uri="{FF2B5EF4-FFF2-40B4-BE49-F238E27FC236}">
                            <a16:creationId xmlns:a16="http://schemas.microsoft.com/office/drawing/2014/main" id="{834C329A-8EF2-19A9-1344-4C06698842E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-162741" y="-1242044"/>
                        <a:ext cx="5120408" cy="932563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pt-BR" sz="15000" b="1" i="0" spc="-150" dirty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 OS</a:t>
                        </a:r>
                        <a:endParaRPr lang="pt-BR" sz="15000" spc="-15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pic>
                    <p:nvPicPr>
                      <p:cNvPr id="10" name="Imagem 9" descr="Ícone&#10;&#10;Descrição gerada automaticamente">
                        <a:extLst>
                          <a:ext uri="{FF2B5EF4-FFF2-40B4-BE49-F238E27FC236}">
                            <a16:creationId xmlns:a16="http://schemas.microsoft.com/office/drawing/2014/main" id="{1C3216A8-161F-3EA1-A720-776CDEC693A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3537432" y="5488505"/>
                        <a:ext cx="1489267" cy="1489267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1" name="Retângulo 10">
                        <a:extLst>
                          <a:ext uri="{FF2B5EF4-FFF2-40B4-BE49-F238E27FC236}">
                            <a16:creationId xmlns:a16="http://schemas.microsoft.com/office/drawing/2014/main" id="{46DE947D-714C-0CD1-28ED-E55B212FB0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6699" y="465559"/>
                        <a:ext cx="1623157" cy="15493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12" name="Retângulo 11">
                        <a:extLst>
                          <a:ext uri="{FF2B5EF4-FFF2-40B4-BE49-F238E27FC236}">
                            <a16:creationId xmlns:a16="http://schemas.microsoft.com/office/drawing/2014/main" id="{8DC35619-B04E-EEB1-AF70-FEC8DCD9CC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1498" y="2501893"/>
                        <a:ext cx="1623157" cy="15493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13" name="Retângulo 12">
                        <a:extLst>
                          <a:ext uri="{FF2B5EF4-FFF2-40B4-BE49-F238E27FC236}">
                            <a16:creationId xmlns:a16="http://schemas.microsoft.com/office/drawing/2014/main" id="{ED519175-A824-F306-1CC4-5CA0CBC172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12412" y="4472185"/>
                        <a:ext cx="1623157" cy="15493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14" name="CaixaDeTexto 13">
                        <a:extLst>
                          <a:ext uri="{FF2B5EF4-FFF2-40B4-BE49-F238E27FC236}">
                            <a16:creationId xmlns:a16="http://schemas.microsoft.com/office/drawing/2014/main" id="{4670715B-95A7-DA5E-87AE-30BBEE6B969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12412" y="530042"/>
                        <a:ext cx="1637443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i="0" spc="-150">
                            <a:solidFill>
                              <a:srgbClr val="00B0F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História e origem</a:t>
                        </a:r>
                        <a:endParaRPr lang="pt-BR" spc="-15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5" name="CaixaDeTexto 14">
                        <a:extLst>
                          <a:ext uri="{FF2B5EF4-FFF2-40B4-BE49-F238E27FC236}">
                            <a16:creationId xmlns:a16="http://schemas.microsoft.com/office/drawing/2014/main" id="{B01F86F3-B02B-01C8-0168-BCAF32BB5D8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15594" y="2427834"/>
                        <a:ext cx="1637443" cy="6463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pt-BR" b="0" i="0" spc="-150">
                            <a:solidFill>
                              <a:srgbClr val="00B0F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Objetivo e Finalidade</a:t>
                        </a:r>
                        <a:endParaRPr lang="pt-BR" spc="-15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" name="CaixaDeTexto 15">
                        <a:extLst>
                          <a:ext uri="{FF2B5EF4-FFF2-40B4-BE49-F238E27FC236}">
                            <a16:creationId xmlns:a16="http://schemas.microsoft.com/office/drawing/2014/main" id="{D346B525-020E-B17B-6D34-FECFD8CB67D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992889" y="4453120"/>
                        <a:ext cx="1637443" cy="6701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Bef>
                            <a:spcPts val="1200"/>
                          </a:spcBef>
                        </a:pPr>
                        <a:r>
                          <a:rPr lang="pt-BR" sz="1800" kern="100" spc="-150">
                            <a:solidFill>
                              <a:srgbClr val="00B0F0"/>
                            </a:solidFill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Interface de Usuário</a:t>
                        </a:r>
                        <a:endParaRPr lang="pt-BR" sz="1800" kern="100" spc="-150">
                          <a:solidFill>
                            <a:srgbClr val="00B0F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7" name="CaixaDeTexto 16">
                        <a:extLst>
                          <a:ext uri="{FF2B5EF4-FFF2-40B4-BE49-F238E27FC236}">
                            <a16:creationId xmlns:a16="http://schemas.microsoft.com/office/drawing/2014/main" id="{EE7930D6-9CB5-3CC8-A79B-47F4DD38741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28009" y="465559"/>
                        <a:ext cx="5274576" cy="175432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teve origem como um conjunto de temas e aplicativos para o Ubuntu, mas evoluiu para se tornar sua própria distribuição Linux independente, com o objetivo de criar um ambiente de desktop elegante e amigável para os usuários. Ele introduziu o ambiente de desktop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Pantheon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e lançou várias versões, mantendo um forte foco na usabilidade e no design. Financiou seu desenvolvimento por meio de recompensas e doações da comunidade e baseou-se nas versões LTS do Ubuntu para garantir estabilidade e suporte de longo prazo.</a:t>
                        </a:r>
                        <a:endPara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8" name="CaixaDeTexto 17">
                        <a:extLst>
                          <a:ext uri="{FF2B5EF4-FFF2-40B4-BE49-F238E27FC236}">
                            <a16:creationId xmlns:a16="http://schemas.microsoft.com/office/drawing/2014/main" id="{0E7A3EAC-F798-865B-69A2-F549F621661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31776" y="2265026"/>
                        <a:ext cx="5333722" cy="212365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é uma distribuição Linux que tem como principal objetivo oferecer uma experiência de sistema operacional elegante e fácil de usar para os usuários. Sua finalidade inclui a ênfase na usabilidade e no design elegante, facilitando tarefas cotidianas. A distribuição é baseada em versões LTS do Ubuntu para garantir estabilidade e confiabilidade a longo prazo. O projeto desenvolve seu ambiente de desktop personalizado, 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Pantheon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, e aplicativos exclusivos para fornecer uma experiência consistente. Além disso, 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promove o software de código aberto, incentiva a contribuição da comunidade e busca ampliar o ecossistema Linux, oferecendo uma alternativa atraente para os usuários.</a:t>
                        </a:r>
                        <a:endPara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" name="CaixaDeTexto 18">
                        <a:extLst>
                          <a:ext uri="{FF2B5EF4-FFF2-40B4-BE49-F238E27FC236}">
                            <a16:creationId xmlns:a16="http://schemas.microsoft.com/office/drawing/2014/main" id="{B6807950-AEEA-7A1B-5FEE-16EB95A6611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92874" y="4388684"/>
                        <a:ext cx="5274576" cy="193899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A interface de usuário do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é um destaque da distribuição Linux, caracterizada por seu design elegante e amigável. Utiliza o ambiente de desktop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Pantheon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, que é minimalista e intuitivo, com uma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dock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na parte inferior para acesso rápido a aplicativos. Possui um menu de aplicativos organizado de forma intuitiva e oferece suporte a gestos multitoque. A filosofia de design coeso se reflete em todos os aplicativos nativos, proporcionando uma experiência consistente. Além disso, possui uma Central de Configurações para personalização e simplifica a experiência do usuário, enfatizando a beleza e a simplicidade.</a:t>
                        </a:r>
                        <a:endPara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</p:grpSp>
              <p:grpSp>
                <p:nvGrpSpPr>
                  <p:cNvPr id="46" name="Agrupar 45">
                    <a:extLst>
                      <a:ext uri="{FF2B5EF4-FFF2-40B4-BE49-F238E27FC236}">
                        <a16:creationId xmlns:a16="http://schemas.microsoft.com/office/drawing/2014/main" id="{68390CBD-420B-F819-47DE-543D08F66BAC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117600"/>
                    <a:ext cx="13575910" cy="8173667"/>
                    <a:chOff x="0" y="117600"/>
                    <a:chExt cx="13575910" cy="8173667"/>
                  </a:xfrm>
                </p:grpSpPr>
                <p:sp>
                  <p:nvSpPr>
                    <p:cNvPr id="45" name="Retângulo 44">
                      <a:extLst>
                        <a:ext uri="{FF2B5EF4-FFF2-40B4-BE49-F238E27FC236}">
                          <a16:creationId xmlns:a16="http://schemas.microsoft.com/office/drawing/2014/main" id="{FEF0D03B-6AA0-820F-5DB8-BEDFC23DD1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558" y="2300226"/>
                      <a:ext cx="3407419" cy="396546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 dirty="0"/>
                    </a:p>
                  </p:txBody>
                </p:sp>
                <p:sp>
                  <p:nvSpPr>
                    <p:cNvPr id="36" name="CaixaDeTexto 35">
                      <a:extLst>
                        <a:ext uri="{FF2B5EF4-FFF2-40B4-BE49-F238E27FC236}">
                          <a16:creationId xmlns:a16="http://schemas.microsoft.com/office/drawing/2014/main" id="{A2944766-FCA3-0639-A941-F43C5B706D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117600"/>
                      <a:ext cx="12668753" cy="178510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pt-BR" sz="11000" b="1" spc="-30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ELEMENTERY OS</a:t>
                      </a:r>
                      <a:endParaRPr lang="pt-BR" sz="11000" spc="-300" dirty="0">
                        <a:solidFill>
                          <a:srgbClr val="00B0F0"/>
                        </a:solidFill>
                      </a:endParaRPr>
                    </a:p>
                  </p:txBody>
                </p:sp>
                <p:pic>
                  <p:nvPicPr>
                    <p:cNvPr id="37" name="Imagem 36" descr="Ícone&#10;&#10;Descrição gerada automaticamente">
                      <a:extLst>
                        <a:ext uri="{FF2B5EF4-FFF2-40B4-BE49-F238E27FC236}">
                          <a16:creationId xmlns:a16="http://schemas.microsoft.com/office/drawing/2014/main" id="{6D5A718C-B758-5022-9E22-83FE5CA3DCB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305893" y="3021250"/>
                      <a:ext cx="5270017" cy="5270017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9" name="CaixaDeTexto 38">
                      <a:extLst>
                        <a:ext uri="{FF2B5EF4-FFF2-40B4-BE49-F238E27FC236}">
                          <a16:creationId xmlns:a16="http://schemas.microsoft.com/office/drawing/2014/main" id="{584C01C7-81CA-BC9E-C89D-527E968688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3414" y="2300226"/>
                      <a:ext cx="3391563" cy="36354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r>
                        <a:rPr lang="pt-BR" sz="2000" b="1" kern="100" spc="-150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Gerenciador de Pacotes</a:t>
                      </a:r>
                      <a:endParaRPr lang="pt-BR" sz="2000" b="1" kern="100" spc="-15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endParaRPr lang="pt-BR" sz="1200" b="1" kern="100" spc="-150" dirty="0">
                        <a:solidFill>
                          <a:srgbClr val="00B0F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OS, uma distribuição Linux baseada no Ubuntu, utiliza o gerenciador de pacotes "APT" (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Advanced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Package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Tool) como seu sistema principal de gerenciamento de pacotes. Isso permite que os usuários instalem, atualizem e removam pacotes de software facilmente por meio de comandos na linha de comando. Além disso, 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 oferece uma interface gráfica chamada "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AppCenter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," uma loja de aplicativos que simplifica a instalação e atualização de software, proporcionando uma experiência intuitiva e integrada ao ambiente de desktop do sistema.</a:t>
                      </a:r>
                      <a:endParaRPr lang="pt-BR" sz="1200" dirty="0">
                        <a:solidFill>
                          <a:srgbClr val="00B0F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pt-BR" dirty="0"/>
                    </a:p>
                  </p:txBody>
                </p:sp>
                <p:sp>
                  <p:nvSpPr>
                    <p:cNvPr id="40" name="Retângulo 39">
                      <a:extLst>
                        <a:ext uri="{FF2B5EF4-FFF2-40B4-BE49-F238E27FC236}">
                          <a16:creationId xmlns:a16="http://schemas.microsoft.com/office/drawing/2014/main" id="{C09C332D-8FB0-5447-E5C0-4EFCA51290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8113" y="2300226"/>
                      <a:ext cx="3407419" cy="396546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 dirty="0"/>
                    </a:p>
                  </p:txBody>
                </p:sp>
                <p:sp>
                  <p:nvSpPr>
                    <p:cNvPr id="41" name="CaixaDeTexto 40">
                      <a:extLst>
                        <a:ext uri="{FF2B5EF4-FFF2-40B4-BE49-F238E27FC236}">
                          <a16:creationId xmlns:a16="http://schemas.microsoft.com/office/drawing/2014/main" id="{FC9320A9-B21D-2F6A-D89B-F64A2BC707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78113" y="2393492"/>
                      <a:ext cx="3407419" cy="39388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r>
                        <a:rPr lang="pt-BR" b="1" kern="100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Comunidade e suporte</a:t>
                      </a:r>
                      <a:endParaRPr lang="pt-BR" b="1" kern="100" dirty="0">
                        <a:solidFill>
                          <a:srgbClr val="00B0F0"/>
                        </a:solidFill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endParaRPr lang="pt-BR" sz="1000" b="1" kern="100" spc="-15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just"/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comunidade e o suporte em torno do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OS, uma distribuição Linux, são robustos e abrangentes. Os recursos incluem um site oficial com documentação detalhada, um fórum comunitário para discussões e suporte, blogs e redes sociais onde os usuários compartilham informações, GitHub para colaboração no desenvolvimento, suporte técnico pago para necessidades específicas, além da riqueza de recursos e suporte relacionados ao Ubuntu, no qual 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 é baseado. A comunidade também promove o envolvimento de desenvolvedores por meio de recompensas, incentivando o crescimento e aprimoramento contínuo do sistema.</a:t>
                      </a:r>
                      <a:endParaRPr lang="pt-BR" sz="1200" dirty="0">
                        <a:solidFill>
                          <a:srgbClr val="00B0F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pt-BR" dirty="0"/>
                    </a:p>
                  </p:txBody>
                </p:sp>
              </p:grpSp>
            </p:grpSp>
            <p:grpSp>
              <p:nvGrpSpPr>
                <p:cNvPr id="58" name="Agrupar 57">
                  <a:extLst>
                    <a:ext uri="{FF2B5EF4-FFF2-40B4-BE49-F238E27FC236}">
                      <a16:creationId xmlns:a16="http://schemas.microsoft.com/office/drawing/2014/main" id="{D2E32B0F-A8E9-C56C-EFA2-08BD47415305}"/>
                    </a:ext>
                  </a:extLst>
                </p:cNvPr>
                <p:cNvGrpSpPr/>
                <p:nvPr/>
              </p:nvGrpSpPr>
              <p:grpSpPr>
                <a:xfrm>
                  <a:off x="-256944" y="-77338"/>
                  <a:ext cx="12803008" cy="6972300"/>
                  <a:chOff x="-256944" y="-77338"/>
                  <a:chExt cx="12803008" cy="6972300"/>
                </a:xfrm>
              </p:grpSpPr>
              <p:sp>
                <p:nvSpPr>
                  <p:cNvPr id="48" name="Retângulo 47">
                    <a:extLst>
                      <a:ext uri="{FF2B5EF4-FFF2-40B4-BE49-F238E27FC236}">
                        <a16:creationId xmlns:a16="http://schemas.microsoft.com/office/drawing/2014/main" id="{CE7D2740-C273-1695-2FDA-8C97E1AF77D5}"/>
                      </a:ext>
                    </a:extLst>
                  </p:cNvPr>
                  <p:cNvSpPr/>
                  <p:nvPr/>
                </p:nvSpPr>
                <p:spPr>
                  <a:xfrm>
                    <a:off x="5026782" y="550948"/>
                    <a:ext cx="7519282" cy="5987973"/>
                  </a:xfrm>
                  <a:prstGeom prst="rect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49" name="Retângulo: Cantos Arredondados 48">
                    <a:extLst>
                      <a:ext uri="{FF2B5EF4-FFF2-40B4-BE49-F238E27FC236}">
                        <a16:creationId xmlns:a16="http://schemas.microsoft.com/office/drawing/2014/main" id="{4792C279-B417-5E39-051A-6953883CD05B}"/>
                      </a:ext>
                    </a:extLst>
                  </p:cNvPr>
                  <p:cNvSpPr/>
                  <p:nvPr/>
                </p:nvSpPr>
                <p:spPr>
                  <a:xfrm>
                    <a:off x="-210486" y="-77338"/>
                    <a:ext cx="3009184" cy="6972300"/>
                  </a:xfrm>
                  <a:prstGeom prst="roundRect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50" name="CaixaDeTexto 49">
                    <a:extLst>
                      <a:ext uri="{FF2B5EF4-FFF2-40B4-BE49-F238E27FC236}">
                        <a16:creationId xmlns:a16="http://schemas.microsoft.com/office/drawing/2014/main" id="{574D4C04-7D2B-1AC4-B9B0-D6276A3BE362}"/>
                      </a:ext>
                    </a:extLst>
                  </p:cNvPr>
                  <p:cNvSpPr txBox="1"/>
                  <p:nvPr/>
                </p:nvSpPr>
                <p:spPr>
                  <a:xfrm>
                    <a:off x="-256944" y="1400238"/>
                    <a:ext cx="3767145" cy="27084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85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ARCH LINUX</a:t>
                    </a:r>
                    <a:endParaRPr lang="pt-BR" sz="8500" b="1" spc="-300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1" name="CaixaDeTexto 50">
                    <a:extLst>
                      <a:ext uri="{FF2B5EF4-FFF2-40B4-BE49-F238E27FC236}">
                        <a16:creationId xmlns:a16="http://schemas.microsoft.com/office/drawing/2014/main" id="{6382F21A-0533-B857-A732-EB1AF64F28AE}"/>
                      </a:ext>
                    </a:extLst>
                  </p:cNvPr>
                  <p:cNvSpPr txBox="1"/>
                  <p:nvPr/>
                </p:nvSpPr>
                <p:spPr>
                  <a:xfrm>
                    <a:off x="4519451" y="664314"/>
                    <a:ext cx="3996444" cy="5539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3000" b="1" spc="-3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História e Origens</a:t>
                    </a:r>
                  </a:p>
                </p:txBody>
              </p:sp>
              <p:sp>
                <p:nvSpPr>
                  <p:cNvPr id="52" name="CaixaDeTexto 51">
                    <a:extLst>
                      <a:ext uri="{FF2B5EF4-FFF2-40B4-BE49-F238E27FC236}">
                        <a16:creationId xmlns:a16="http://schemas.microsoft.com/office/drawing/2014/main" id="{E15AF1AA-6D54-E572-806B-C312D21A265F}"/>
                      </a:ext>
                    </a:extLst>
                  </p:cNvPr>
                  <p:cNvSpPr txBox="1"/>
                  <p:nvPr/>
                </p:nvSpPr>
                <p:spPr>
                  <a:xfrm>
                    <a:off x="5044077" y="1313880"/>
                    <a:ext cx="7058498" cy="11695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pt-BR" sz="1400" b="1" i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 Arch Linux é uma distribuição Linux que foi criada por Judd Vinet no ano 2002. A motivação por trás do Arch era fornecer uma plataforma simples e leve, mantendo o controle nas mãos dos usuários para criar um sistema Linux altamente personalizado. A filosofia fundamental do Arch Linux é a simplicidade, elegância e código limpo.</a:t>
                    </a:r>
                    <a:r>
                      <a:rPr lang="pt-BR" sz="1400" b="0" i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 </a:t>
                    </a:r>
                    <a:endParaRPr lang="pt-BR" sz="140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3" name="CaixaDeTexto 52">
                    <a:extLst>
                      <a:ext uri="{FF2B5EF4-FFF2-40B4-BE49-F238E27FC236}">
                        <a16:creationId xmlns:a16="http://schemas.microsoft.com/office/drawing/2014/main" id="{A557892A-7E5C-519E-0F17-F17BFB89540C}"/>
                      </a:ext>
                    </a:extLst>
                  </p:cNvPr>
                  <p:cNvSpPr txBox="1"/>
                  <p:nvPr/>
                </p:nvSpPr>
                <p:spPr>
                  <a:xfrm>
                    <a:off x="4568664" y="2374883"/>
                    <a:ext cx="3996444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3200" b="1" i="0" spc="-300" dirty="0">
                        <a:solidFill>
                          <a:srgbClr val="000000"/>
                        </a:solidFill>
                        <a:effectLst/>
                        <a:latin typeface="WordVisi_MSFontService"/>
                      </a:rPr>
                      <a:t>Objetivo e finalidade</a:t>
                    </a:r>
                    <a:endParaRPr lang="pt-BR" sz="3000" b="1" spc="-3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4" name="CaixaDeTexto 53">
                    <a:extLst>
                      <a:ext uri="{FF2B5EF4-FFF2-40B4-BE49-F238E27FC236}">
                        <a16:creationId xmlns:a16="http://schemas.microsoft.com/office/drawing/2014/main" id="{0D9FDA09-62E3-6E70-DF34-FA6AF166E149}"/>
                      </a:ext>
                    </a:extLst>
                  </p:cNvPr>
                  <p:cNvSpPr txBox="1"/>
                  <p:nvPr/>
                </p:nvSpPr>
                <p:spPr>
                  <a:xfrm>
                    <a:off x="5093290" y="3024449"/>
                    <a:ext cx="7058498" cy="11695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pt-BR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 Arch Linux é uma distribuição de sistema operacional Linux que se destaca por sua simplicidade, alto grau de personalização e atualizações contínuas. Seus principais objetivos são permitir que os usuários construam sistemas personalizados, aprender mais sobre Linux e manter um sistema eficiente. É apreciado por sua comunidade ativa e rapidez de inicialização</a:t>
                    </a:r>
                    <a:endParaRPr lang="pt-BR" sz="14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5" name="CaixaDeTexto 54">
                    <a:extLst>
                      <a:ext uri="{FF2B5EF4-FFF2-40B4-BE49-F238E27FC236}">
                        <a16:creationId xmlns:a16="http://schemas.microsoft.com/office/drawing/2014/main" id="{9EA179D9-2F3D-48EF-8E17-A3B1D5C65145}"/>
                      </a:ext>
                    </a:extLst>
                  </p:cNvPr>
                  <p:cNvSpPr txBox="1"/>
                  <p:nvPr/>
                </p:nvSpPr>
                <p:spPr>
                  <a:xfrm>
                    <a:off x="4585045" y="4245561"/>
                    <a:ext cx="3996444" cy="5539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3000" b="1" i="0" spc="-3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Interface de usuário</a:t>
                    </a:r>
                    <a:r>
                      <a:rPr lang="pt-BR" sz="3000" b="0" i="0" spc="-3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 </a:t>
                    </a:r>
                    <a:endParaRPr lang="pt-BR" sz="3000" b="1" spc="-3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" name="CaixaDeTexto 55">
                    <a:extLst>
                      <a:ext uri="{FF2B5EF4-FFF2-40B4-BE49-F238E27FC236}">
                        <a16:creationId xmlns:a16="http://schemas.microsoft.com/office/drawing/2014/main" id="{04202BB4-163C-B6AC-5D54-648B40C49A1C}"/>
                      </a:ext>
                    </a:extLst>
                  </p:cNvPr>
                  <p:cNvSpPr txBox="1"/>
                  <p:nvPr/>
                </p:nvSpPr>
                <p:spPr>
                  <a:xfrm>
                    <a:off x="5109671" y="4895127"/>
                    <a:ext cx="7058498" cy="16004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pt-BR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 Arch Linux não inclui uma interface de usuário gráfica por padrão, permitindo que os usuários escolham e instalem sua interface preferida. Essa abordagem minimalista reflete a filosofia "faça você mesmo" da distribuição, onde os usuários têm controle total sobre a configuração do sistema. Populares opções incluem KDE Plasma, GNOME, </a:t>
                    </a:r>
                    <a:r>
                      <a:rPr lang="pt-BR" sz="1400" b="1" i="0" dirty="0" err="1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Xfce</a:t>
                    </a:r>
                    <a:r>
                      <a:rPr lang="pt-BR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, e gerenciadores de janelas minimalistas como i3. A instalação e configuração da interface são personalizadas, exigindo um nível mais avançado de conhecimento técnico por parte do usuário.</a:t>
                    </a:r>
                    <a:r>
                      <a:rPr lang="pt-BR" sz="1400" b="0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 </a:t>
                    </a:r>
                    <a:endParaRPr lang="pt-BR" sz="1400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pic>
                <p:nvPicPr>
                  <p:cNvPr id="57" name="Imagem 56" descr="Ícone&#10;&#10;Descrição gerada automaticamente">
                    <a:extLst>
                      <a:ext uri="{FF2B5EF4-FFF2-40B4-BE49-F238E27FC236}">
                        <a16:creationId xmlns:a16="http://schemas.microsoft.com/office/drawing/2014/main" id="{18822738-E9B9-7741-0008-8778AF2824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551047" y="5695346"/>
                    <a:ext cx="1041148" cy="104114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74" name="Agrupar 73">
                <a:extLst>
                  <a:ext uri="{FF2B5EF4-FFF2-40B4-BE49-F238E27FC236}">
                    <a16:creationId xmlns:a16="http://schemas.microsoft.com/office/drawing/2014/main" id="{330E72FF-8AAE-0B0D-9B4E-46051B86D66A}"/>
                  </a:ext>
                </a:extLst>
              </p:cNvPr>
              <p:cNvGrpSpPr/>
              <p:nvPr/>
            </p:nvGrpSpPr>
            <p:grpSpPr>
              <a:xfrm>
                <a:off x="-1" y="0"/>
                <a:ext cx="12192001" cy="6858000"/>
                <a:chOff x="-1" y="0"/>
                <a:chExt cx="12192001" cy="6858000"/>
              </a:xfrm>
            </p:grpSpPr>
            <p:sp>
              <p:nvSpPr>
                <p:cNvPr id="60" name="Retângulo 59">
                  <a:extLst>
                    <a:ext uri="{FF2B5EF4-FFF2-40B4-BE49-F238E27FC236}">
                      <a16:creationId xmlns:a16="http://schemas.microsoft.com/office/drawing/2014/main" id="{D5A331D9-6F87-35EB-0092-CA2E1B559A0C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12192001" cy="685800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61" name="Retângulo 60">
                  <a:extLst>
                    <a:ext uri="{FF2B5EF4-FFF2-40B4-BE49-F238E27FC236}">
                      <a16:creationId xmlns:a16="http://schemas.microsoft.com/office/drawing/2014/main" id="{6C2BE56C-C744-7D3C-8265-63F1877F3EFD}"/>
                    </a:ext>
                  </a:extLst>
                </p:cNvPr>
                <p:cNvSpPr/>
                <p:nvPr/>
              </p:nvSpPr>
              <p:spPr>
                <a:xfrm>
                  <a:off x="361447" y="324480"/>
                  <a:ext cx="4457133" cy="58039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2" name="Triângulo isósceles 61">
                  <a:extLst>
                    <a:ext uri="{FF2B5EF4-FFF2-40B4-BE49-F238E27FC236}">
                      <a16:creationId xmlns:a16="http://schemas.microsoft.com/office/drawing/2014/main" id="{E731AF40-9B0E-35E0-5D06-AD543A207D16}"/>
                    </a:ext>
                  </a:extLst>
                </p:cNvPr>
                <p:cNvSpPr/>
                <p:nvPr/>
              </p:nvSpPr>
              <p:spPr>
                <a:xfrm rot="16200000">
                  <a:off x="3856017" y="2819383"/>
                  <a:ext cx="1587943" cy="842594"/>
                </a:xfrm>
                <a:prstGeom prst="triangl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63" name="CaixaDeTexto 62">
                  <a:extLst>
                    <a:ext uri="{FF2B5EF4-FFF2-40B4-BE49-F238E27FC236}">
                      <a16:creationId xmlns:a16="http://schemas.microsoft.com/office/drawing/2014/main" id="{7F8B75E1-2FB0-5FBE-54CD-93E8D5282E31}"/>
                    </a:ext>
                  </a:extLst>
                </p:cNvPr>
                <p:cNvSpPr txBox="1"/>
                <p:nvPr/>
              </p:nvSpPr>
              <p:spPr>
                <a:xfrm>
                  <a:off x="232231" y="1441422"/>
                  <a:ext cx="4475395" cy="5170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1000" b="1" i="0" spc="-300" dirty="0">
                      <a:solidFill>
                        <a:srgbClr val="00B0F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ARCH LINUX</a:t>
                  </a:r>
                  <a:r>
                    <a:rPr lang="pt-BR" sz="11000" b="1" i="0" spc="-30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 </a:t>
                  </a:r>
                  <a:endParaRPr lang="pt-BR" sz="11000" b="1" spc="-3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64" name="Imagem 63" descr="Ícone&#10;&#10;Descrição gerada automaticamente">
                  <a:extLst>
                    <a:ext uri="{FF2B5EF4-FFF2-40B4-BE49-F238E27FC236}">
                      <a16:creationId xmlns:a16="http://schemas.microsoft.com/office/drawing/2014/main" id="{016F52DA-AA66-401D-ACF8-B9D361D345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40488" y="5742542"/>
                  <a:ext cx="1041148" cy="1041148"/>
                </a:xfrm>
                <a:prstGeom prst="rect">
                  <a:avLst/>
                </a:prstGeom>
              </p:spPr>
            </p:pic>
            <p:sp>
              <p:nvSpPr>
                <p:cNvPr id="65" name="CaixaDeTexto 64">
                  <a:extLst>
                    <a:ext uri="{FF2B5EF4-FFF2-40B4-BE49-F238E27FC236}">
                      <a16:creationId xmlns:a16="http://schemas.microsoft.com/office/drawing/2014/main" id="{43731869-86A5-A88E-0E24-0073A720192D}"/>
                    </a:ext>
                  </a:extLst>
                </p:cNvPr>
                <p:cNvSpPr txBox="1"/>
                <p:nvPr/>
              </p:nvSpPr>
              <p:spPr>
                <a:xfrm>
                  <a:off x="5157535" y="701767"/>
                  <a:ext cx="673549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4000" b="1" i="0" spc="-30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GERENCIADOR DE PACOTES</a:t>
                  </a:r>
                  <a:endParaRPr lang="pt-BR" sz="4000" spc="-3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" name="CaixaDeTexto 65">
                  <a:extLst>
                    <a:ext uri="{FF2B5EF4-FFF2-40B4-BE49-F238E27FC236}">
                      <a16:creationId xmlns:a16="http://schemas.microsoft.com/office/drawing/2014/main" id="{781693ED-BF02-EEFB-81FA-372D040C104B}"/>
                    </a:ext>
                  </a:extLst>
                </p:cNvPr>
                <p:cNvSpPr txBox="1"/>
                <p:nvPr/>
              </p:nvSpPr>
              <p:spPr>
                <a:xfrm>
                  <a:off x="4995370" y="1355156"/>
                  <a:ext cx="6387979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O Arch Linux utiliza o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Pacman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como seu gerenciador de pacotes padrão. O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Pacman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é conhecido por sua simplicidade e eficiência, facilitando a instalação, remoção e atualização de software. Ele gerencia dependências automaticamente, suporta o modelo de "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rolling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release" do Arch e permite aos usuários compilar pacotes a partir do código-fonte. O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Pacman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é uma ferramenta essencial para a gestão de software no Arch Linux, proporcionando uma experiência direta e poderosa.</a:t>
                  </a:r>
                  <a:endParaRPr lang="pt-BR" sz="1500" spc="-1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CaixaDeTexto 66">
                  <a:extLst>
                    <a:ext uri="{FF2B5EF4-FFF2-40B4-BE49-F238E27FC236}">
                      <a16:creationId xmlns:a16="http://schemas.microsoft.com/office/drawing/2014/main" id="{1AC99277-49EC-7423-BA5F-09F8CC36D406}"/>
                    </a:ext>
                  </a:extLst>
                </p:cNvPr>
                <p:cNvSpPr txBox="1"/>
                <p:nvPr/>
              </p:nvSpPr>
              <p:spPr>
                <a:xfrm>
                  <a:off x="5236257" y="3325697"/>
                  <a:ext cx="638622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4000" b="1" i="0" spc="-30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COMUNIDADE E SUPORTE </a:t>
                  </a:r>
                  <a:endParaRPr lang="pt-BR" sz="4000" b="1" spc="-3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" name="CaixaDeTexto 67">
                  <a:extLst>
                    <a:ext uri="{FF2B5EF4-FFF2-40B4-BE49-F238E27FC236}">
                      <a16:creationId xmlns:a16="http://schemas.microsoft.com/office/drawing/2014/main" id="{9BE6407F-1CD3-3D7C-9099-9C1F61D6A035}"/>
                    </a:ext>
                  </a:extLst>
                </p:cNvPr>
                <p:cNvSpPr txBox="1"/>
                <p:nvPr/>
              </p:nvSpPr>
              <p:spPr>
                <a:xfrm>
                  <a:off x="5065094" y="4033583"/>
                  <a:ext cx="6387979" cy="1754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 rtl="0" fontAlgn="base"/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A comunidade do Arch Linux desempenha um papel fundamental no suporte e desenvolvimento da distribuição. A extensa Arch Wiki, fóruns ativos, canais de IRC e listas de discussão proporcionam recursos valiosos para os usuários. O Arch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User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Repository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(AUR), mantido pela comunidade, permite a instalação de pacotes não oficiais. A comunidade contribui significativamente para a documentação, suporte e manutenção, tornando-se uma parte vital da experiência do Arch Linux. </a:t>
                  </a:r>
                </a:p>
                <a:p>
                  <a:pPr algn="ctr" rtl="0" fontAlgn="base"/>
                  <a:r>
                    <a:rPr lang="pt-BR" sz="1800" b="0" i="0" dirty="0"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</a:rPr>
                    <a:t> </a:t>
                  </a:r>
                  <a:endParaRPr lang="pt-BR" sz="1600" b="0" i="0" dirty="0">
                    <a:solidFill>
                      <a:srgbClr val="000000"/>
                    </a:solidFill>
                    <a:effectLst/>
                    <a:latin typeface="Segoe UI" panose="020B0502040204020203" pitchFamily="34" charset="0"/>
                  </a:endParaRPr>
                </a:p>
              </p:txBody>
            </p:sp>
          </p:grpSp>
        </p:grpSp>
        <p:sp>
          <p:nvSpPr>
            <p:cNvPr id="76" name="Retângulo 75">
              <a:extLst>
                <a:ext uri="{FF2B5EF4-FFF2-40B4-BE49-F238E27FC236}">
                  <a16:creationId xmlns:a16="http://schemas.microsoft.com/office/drawing/2014/main" id="{7F7502D5-CC17-54AE-C087-BF9AECB68F84}"/>
                </a:ext>
              </a:extLst>
            </p:cNvPr>
            <p:cNvSpPr/>
            <p:nvPr/>
          </p:nvSpPr>
          <p:spPr>
            <a:xfrm>
              <a:off x="2220335" y="3727391"/>
              <a:ext cx="7969039" cy="356409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7" name="CaixaDeTexto 76">
              <a:extLst>
                <a:ext uri="{FF2B5EF4-FFF2-40B4-BE49-F238E27FC236}">
                  <a16:creationId xmlns:a16="http://schemas.microsoft.com/office/drawing/2014/main" id="{A84B6C15-3456-EBE1-C8EE-459F28DBC769}"/>
                </a:ext>
              </a:extLst>
            </p:cNvPr>
            <p:cNvSpPr txBox="1"/>
            <p:nvPr/>
          </p:nvSpPr>
          <p:spPr>
            <a:xfrm>
              <a:off x="3392413" y="1362712"/>
              <a:ext cx="5900818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0000" b="1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8793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Agrupar 78">
            <a:extLst>
              <a:ext uri="{FF2B5EF4-FFF2-40B4-BE49-F238E27FC236}">
                <a16:creationId xmlns:a16="http://schemas.microsoft.com/office/drawing/2014/main" id="{D996EDD7-661A-71EC-0E4D-EA59234CE7D9}"/>
              </a:ext>
            </a:extLst>
          </p:cNvPr>
          <p:cNvGrpSpPr/>
          <p:nvPr/>
        </p:nvGrpSpPr>
        <p:grpSpPr>
          <a:xfrm>
            <a:off x="-423858" y="-16008656"/>
            <a:ext cx="13995595" cy="42448967"/>
            <a:chOff x="-481008" y="-37916156"/>
            <a:chExt cx="13995595" cy="42448967"/>
          </a:xfrm>
        </p:grpSpPr>
        <p:grpSp>
          <p:nvGrpSpPr>
            <p:cNvPr id="75" name="Agrupar 74">
              <a:extLst>
                <a:ext uri="{FF2B5EF4-FFF2-40B4-BE49-F238E27FC236}">
                  <a16:creationId xmlns:a16="http://schemas.microsoft.com/office/drawing/2014/main" id="{80A26B30-5698-F153-F152-355FDFC44867}"/>
                </a:ext>
              </a:extLst>
            </p:cNvPr>
            <p:cNvGrpSpPr/>
            <p:nvPr/>
          </p:nvGrpSpPr>
          <p:grpSpPr>
            <a:xfrm>
              <a:off x="-481008" y="-37916156"/>
              <a:ext cx="13995595" cy="37868078"/>
              <a:chOff x="-466494" y="-31010078"/>
              <a:chExt cx="13995595" cy="37868078"/>
            </a:xfrm>
          </p:grpSpPr>
          <p:grpSp>
            <p:nvGrpSpPr>
              <p:cNvPr id="59" name="Agrupar 58">
                <a:extLst>
                  <a:ext uri="{FF2B5EF4-FFF2-40B4-BE49-F238E27FC236}">
                    <a16:creationId xmlns:a16="http://schemas.microsoft.com/office/drawing/2014/main" id="{524B5DE6-E9E7-7C4B-93A8-B073DA8AC9BE}"/>
                  </a:ext>
                </a:extLst>
              </p:cNvPr>
              <p:cNvGrpSpPr/>
              <p:nvPr/>
            </p:nvGrpSpPr>
            <p:grpSpPr>
              <a:xfrm>
                <a:off x="-466494" y="-31010078"/>
                <a:ext cx="13995595" cy="30819578"/>
                <a:chOff x="-256944" y="-23924616"/>
                <a:chExt cx="13995595" cy="30819578"/>
              </a:xfrm>
            </p:grpSpPr>
            <p:grpSp>
              <p:nvGrpSpPr>
                <p:cNvPr id="47" name="Agrupar 46">
                  <a:extLst>
                    <a:ext uri="{FF2B5EF4-FFF2-40B4-BE49-F238E27FC236}">
                      <a16:creationId xmlns:a16="http://schemas.microsoft.com/office/drawing/2014/main" id="{D8172B1D-A05D-41B2-1C0C-32FDC6794791}"/>
                    </a:ext>
                  </a:extLst>
                </p:cNvPr>
                <p:cNvGrpSpPr/>
                <p:nvPr/>
              </p:nvGrpSpPr>
              <p:grpSpPr>
                <a:xfrm>
                  <a:off x="0" y="-23924616"/>
                  <a:ext cx="13738651" cy="24138683"/>
                  <a:chOff x="-162741" y="-15847416"/>
                  <a:chExt cx="13738651" cy="24138683"/>
                </a:xfrm>
              </p:grpSpPr>
              <p:grpSp>
                <p:nvGrpSpPr>
                  <p:cNvPr id="21" name="Agrupar 20">
                    <a:extLst>
                      <a:ext uri="{FF2B5EF4-FFF2-40B4-BE49-F238E27FC236}">
                        <a16:creationId xmlns:a16="http://schemas.microsoft.com/office/drawing/2014/main" id="{29F6C6DA-37A3-5F47-2D29-3B501A5B4E3C}"/>
                      </a:ext>
                    </a:extLst>
                  </p:cNvPr>
                  <p:cNvGrpSpPr/>
                  <p:nvPr/>
                </p:nvGrpSpPr>
                <p:grpSpPr>
                  <a:xfrm>
                    <a:off x="-162741" y="-15847416"/>
                    <a:ext cx="12354741" cy="15952284"/>
                    <a:chOff x="-162741" y="-7868698"/>
                    <a:chExt cx="12354741" cy="15952284"/>
                  </a:xfrm>
                </p:grpSpPr>
                <p:grpSp>
                  <p:nvGrpSpPr>
                    <p:cNvPr id="7" name="Agrupar 6">
                      <a:extLst>
                        <a:ext uri="{FF2B5EF4-FFF2-40B4-BE49-F238E27FC236}">
                          <a16:creationId xmlns:a16="http://schemas.microsoft.com/office/drawing/2014/main" id="{89550AB8-47D9-9D5C-0288-7121131D10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0753" y="-7868698"/>
                      <a:ext cx="12011247" cy="6858000"/>
                      <a:chOff x="180753" y="0"/>
                      <a:chExt cx="12011247" cy="6858000"/>
                    </a:xfrm>
                  </p:grpSpPr>
                  <p:pic>
                    <p:nvPicPr>
                      <p:cNvPr id="4" name="Imagem 3" descr="Ícone&#10;&#10;Descrição gerada automaticamente">
                        <a:extLst>
                          <a:ext uri="{FF2B5EF4-FFF2-40B4-BE49-F238E27FC236}">
                            <a16:creationId xmlns:a16="http://schemas.microsoft.com/office/drawing/2014/main" id="{F5C0BD21-9515-1BA3-CA2F-B93C50EC36A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80753" y="5603358"/>
                        <a:ext cx="1116419" cy="1116419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5" name="CaixaDeTexto 4">
                        <a:extLst>
                          <a:ext uri="{FF2B5EF4-FFF2-40B4-BE49-F238E27FC236}">
                            <a16:creationId xmlns:a16="http://schemas.microsoft.com/office/drawing/2014/main" id="{4C509044-28FD-7A04-2FCE-A2A2A648368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135265" y="0"/>
                        <a:ext cx="8892576" cy="68580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892576" h="6858000">
                            <a:moveTo>
                              <a:pt x="5396909" y="5119189"/>
                            </a:moveTo>
                            <a:lnTo>
                              <a:pt x="5573196" y="5119189"/>
                            </a:lnTo>
                            <a:lnTo>
                              <a:pt x="5569062" y="5120431"/>
                            </a:lnTo>
                            <a:cubicBezTo>
                              <a:pt x="5528931" y="5128839"/>
                              <a:pt x="5485058" y="5134725"/>
                              <a:pt x="5437445" y="5138088"/>
                            </a:cubicBezTo>
                            <a:lnTo>
                              <a:pt x="5396909" y="5139448"/>
                            </a:lnTo>
                            <a:close/>
                            <a:moveTo>
                              <a:pt x="0" y="5119189"/>
                            </a:moveTo>
                            <a:lnTo>
                              <a:pt x="5077232" y="5119189"/>
                            </a:lnTo>
                            <a:lnTo>
                              <a:pt x="5113977" y="5126789"/>
                            </a:lnTo>
                            <a:cubicBezTo>
                              <a:pt x="5178166" y="5136563"/>
                              <a:pt x="5252584" y="5141451"/>
                              <a:pt x="5337230" y="5141451"/>
                            </a:cubicBezTo>
                            <a:lnTo>
                              <a:pt x="5396909" y="5139448"/>
                            </a:lnTo>
                            <a:lnTo>
                              <a:pt x="5396909" y="5342473"/>
                            </a:lnTo>
                            <a:lnTo>
                              <a:pt x="0" y="5342473"/>
                            </a:lnTo>
                            <a:close/>
                            <a:moveTo>
                              <a:pt x="630393" y="3353002"/>
                            </a:moveTo>
                            <a:lnTo>
                              <a:pt x="988324" y="3353002"/>
                            </a:lnTo>
                            <a:lnTo>
                              <a:pt x="988324" y="4812541"/>
                            </a:lnTo>
                            <a:lnTo>
                              <a:pt x="1878316" y="4812541"/>
                            </a:lnTo>
                            <a:lnTo>
                              <a:pt x="1878316" y="5111220"/>
                            </a:lnTo>
                            <a:lnTo>
                              <a:pt x="630393" y="5111220"/>
                            </a:lnTo>
                            <a:close/>
                            <a:moveTo>
                              <a:pt x="6279052" y="3338491"/>
                            </a:moveTo>
                            <a:lnTo>
                              <a:pt x="6828041" y="4186160"/>
                            </a:lnTo>
                            <a:lnTo>
                              <a:pt x="6222218" y="5111220"/>
                            </a:lnTo>
                            <a:lnTo>
                              <a:pt x="6651494" y="5111220"/>
                            </a:lnTo>
                            <a:lnTo>
                              <a:pt x="7045703" y="4498141"/>
                            </a:lnTo>
                            <a:lnTo>
                              <a:pt x="7438701" y="5111220"/>
                            </a:lnTo>
                            <a:lnTo>
                              <a:pt x="7870396" y="5111220"/>
                            </a:lnTo>
                            <a:lnTo>
                              <a:pt x="7264573" y="4199462"/>
                            </a:lnTo>
                            <a:lnTo>
                              <a:pt x="7815981" y="3338491"/>
                            </a:lnTo>
                            <a:lnTo>
                              <a:pt x="7401215" y="3338491"/>
                            </a:lnTo>
                            <a:lnTo>
                              <a:pt x="7052958" y="3908038"/>
                            </a:lnTo>
                            <a:lnTo>
                              <a:pt x="6697445" y="3338491"/>
                            </a:lnTo>
                            <a:close/>
                            <a:moveTo>
                              <a:pt x="4609275" y="3338491"/>
                            </a:moveTo>
                            <a:lnTo>
                              <a:pt x="4967207" y="3338491"/>
                            </a:lnTo>
                            <a:lnTo>
                              <a:pt x="4967207" y="4298618"/>
                            </a:lnTo>
                            <a:cubicBezTo>
                              <a:pt x="4967207" y="4450981"/>
                              <a:pt x="4971640" y="4549735"/>
                              <a:pt x="4980508" y="4594879"/>
                            </a:cubicBezTo>
                            <a:cubicBezTo>
                              <a:pt x="4995825" y="4667433"/>
                              <a:pt x="5032303" y="4725678"/>
                              <a:pt x="5089943" y="4769613"/>
                            </a:cubicBezTo>
                            <a:cubicBezTo>
                              <a:pt x="5147583" y="4813548"/>
                              <a:pt x="5226385" y="4835516"/>
                              <a:pt x="5326347" y="4835516"/>
                            </a:cubicBezTo>
                            <a:lnTo>
                              <a:pt x="5396909" y="4831675"/>
                            </a:lnTo>
                            <a:lnTo>
                              <a:pt x="5396909" y="5119189"/>
                            </a:lnTo>
                            <a:lnTo>
                              <a:pt x="5077232" y="5119189"/>
                            </a:lnTo>
                            <a:lnTo>
                              <a:pt x="5025363" y="5108462"/>
                            </a:lnTo>
                            <a:cubicBezTo>
                              <a:pt x="4998382" y="5101131"/>
                              <a:pt x="4973958" y="5092578"/>
                              <a:pt x="4952091" y="5082803"/>
                            </a:cubicBezTo>
                            <a:cubicBezTo>
                              <a:pt x="4864624" y="5043705"/>
                              <a:pt x="4795496" y="4992917"/>
                              <a:pt x="4744708" y="4930440"/>
                            </a:cubicBezTo>
                            <a:cubicBezTo>
                              <a:pt x="4693921" y="4867964"/>
                              <a:pt x="4660466" y="4802464"/>
                              <a:pt x="4644343" y="4733941"/>
                            </a:cubicBezTo>
                            <a:cubicBezTo>
                              <a:pt x="4620964" y="4632366"/>
                              <a:pt x="4609275" y="4482421"/>
                              <a:pt x="4609275" y="4284108"/>
                            </a:cubicBezTo>
                            <a:close/>
                            <a:moveTo>
                              <a:pt x="2824621" y="3338491"/>
                            </a:moveTo>
                            <a:lnTo>
                              <a:pt x="3172879" y="3338491"/>
                            </a:lnTo>
                            <a:lnTo>
                              <a:pt x="3898416" y="4522326"/>
                            </a:lnTo>
                            <a:lnTo>
                              <a:pt x="3898416" y="3338491"/>
                            </a:lnTo>
                            <a:lnTo>
                              <a:pt x="4230954" y="3338491"/>
                            </a:lnTo>
                            <a:lnTo>
                              <a:pt x="4230954" y="5111220"/>
                            </a:lnTo>
                            <a:lnTo>
                              <a:pt x="3871813" y="5111220"/>
                            </a:lnTo>
                            <a:lnTo>
                              <a:pt x="3157159" y="3955198"/>
                            </a:lnTo>
                            <a:lnTo>
                              <a:pt x="3157159" y="5111220"/>
                            </a:lnTo>
                            <a:lnTo>
                              <a:pt x="2824621" y="5111220"/>
                            </a:lnTo>
                            <a:close/>
                            <a:moveTo>
                              <a:pt x="2124311" y="3338491"/>
                            </a:moveTo>
                            <a:lnTo>
                              <a:pt x="2482242" y="3338491"/>
                            </a:lnTo>
                            <a:lnTo>
                              <a:pt x="2482242" y="5111220"/>
                            </a:lnTo>
                            <a:lnTo>
                              <a:pt x="2124311" y="5111220"/>
                            </a:lnTo>
                            <a:close/>
                            <a:moveTo>
                              <a:pt x="3772172" y="2185129"/>
                            </a:moveTo>
                            <a:lnTo>
                              <a:pt x="3772172" y="2367443"/>
                            </a:lnTo>
                            <a:lnTo>
                              <a:pt x="3899606" y="2367443"/>
                            </a:lnTo>
                            <a:cubicBezTo>
                              <a:pt x="3949216" y="2367443"/>
                              <a:pt x="3980687" y="2366048"/>
                              <a:pt x="3994019" y="2363258"/>
                            </a:cubicBezTo>
                            <a:cubicBezTo>
                              <a:pt x="4014483" y="2359537"/>
                              <a:pt x="4031149" y="2350468"/>
                              <a:pt x="4044017" y="2336050"/>
                            </a:cubicBezTo>
                            <a:cubicBezTo>
                              <a:pt x="4056883" y="2321633"/>
                              <a:pt x="4063317" y="2302331"/>
                              <a:pt x="4063317" y="2278147"/>
                            </a:cubicBezTo>
                            <a:cubicBezTo>
                              <a:pt x="4063317" y="2257683"/>
                              <a:pt x="4058357" y="2240319"/>
                              <a:pt x="4048435" y="2226057"/>
                            </a:cubicBezTo>
                            <a:cubicBezTo>
                              <a:pt x="4038513" y="2211794"/>
                              <a:pt x="4024173" y="2201407"/>
                              <a:pt x="4005414" y="2194896"/>
                            </a:cubicBezTo>
                            <a:cubicBezTo>
                              <a:pt x="3986655" y="2188385"/>
                              <a:pt x="3945960" y="2185129"/>
                              <a:pt x="3883328" y="2185129"/>
                            </a:cubicBezTo>
                            <a:close/>
                            <a:moveTo>
                              <a:pt x="2819672" y="1915843"/>
                            </a:moveTo>
                            <a:lnTo>
                              <a:pt x="2819672" y="2088856"/>
                            </a:lnTo>
                            <a:lnTo>
                              <a:pt x="2921527" y="2088856"/>
                            </a:lnTo>
                            <a:cubicBezTo>
                              <a:pt x="2987569" y="2088856"/>
                              <a:pt x="3028807" y="2086066"/>
                              <a:pt x="3045240" y="2080484"/>
                            </a:cubicBezTo>
                            <a:cubicBezTo>
                              <a:pt x="3061673" y="2074903"/>
                              <a:pt x="3074541" y="2065291"/>
                              <a:pt x="3083842" y="2051649"/>
                            </a:cubicBezTo>
                            <a:cubicBezTo>
                              <a:pt x="3093144" y="2038006"/>
                              <a:pt x="3097795" y="2020953"/>
                              <a:pt x="3097795" y="2000489"/>
                            </a:cubicBezTo>
                            <a:cubicBezTo>
                              <a:pt x="3097795" y="1977545"/>
                              <a:pt x="3091671" y="1959019"/>
                              <a:pt x="3079424" y="1944911"/>
                            </a:cubicBezTo>
                            <a:cubicBezTo>
                              <a:pt x="3067176" y="1930803"/>
                              <a:pt x="3049891" y="1921889"/>
                              <a:pt x="3027567" y="1918169"/>
                            </a:cubicBezTo>
                            <a:cubicBezTo>
                              <a:pt x="3016405" y="1916618"/>
                              <a:pt x="2982918" y="1915843"/>
                              <a:pt x="2927108" y="1915843"/>
                            </a:cubicBezTo>
                            <a:close/>
                            <a:moveTo>
                              <a:pt x="647043" y="1915843"/>
                            </a:moveTo>
                            <a:lnTo>
                              <a:pt x="647043" y="2367443"/>
                            </a:lnTo>
                            <a:lnTo>
                              <a:pt x="749827" y="2367443"/>
                            </a:lnTo>
                            <a:cubicBezTo>
                              <a:pt x="788275" y="2367443"/>
                              <a:pt x="816024" y="2365273"/>
                              <a:pt x="833078" y="2360932"/>
                            </a:cubicBezTo>
                            <a:cubicBezTo>
                              <a:pt x="855402" y="2355351"/>
                              <a:pt x="873928" y="2345895"/>
                              <a:pt x="888656" y="2332562"/>
                            </a:cubicBezTo>
                            <a:cubicBezTo>
                              <a:pt x="903383" y="2319230"/>
                              <a:pt x="915398" y="2297293"/>
                              <a:pt x="924700" y="2266752"/>
                            </a:cubicBezTo>
                            <a:cubicBezTo>
                              <a:pt x="934002" y="2236212"/>
                              <a:pt x="938653" y="2194586"/>
                              <a:pt x="938653" y="2141876"/>
                            </a:cubicBezTo>
                            <a:cubicBezTo>
                              <a:pt x="938653" y="2089166"/>
                              <a:pt x="934002" y="2048703"/>
                              <a:pt x="924700" y="2020488"/>
                            </a:cubicBezTo>
                            <a:cubicBezTo>
                              <a:pt x="915398" y="1992273"/>
                              <a:pt x="902376" y="1970259"/>
                              <a:pt x="885633" y="1954445"/>
                            </a:cubicBezTo>
                            <a:cubicBezTo>
                              <a:pt x="868889" y="1938633"/>
                              <a:pt x="847650" y="1927936"/>
                              <a:pt x="821916" y="1922355"/>
                            </a:cubicBezTo>
                            <a:cubicBezTo>
                              <a:pt x="802692" y="1918014"/>
                              <a:pt x="765020" y="1915843"/>
                              <a:pt x="708899" y="1915843"/>
                            </a:cubicBezTo>
                            <a:close/>
                            <a:moveTo>
                              <a:pt x="3772172" y="1913983"/>
                            </a:moveTo>
                            <a:lnTo>
                              <a:pt x="3772172" y="2071648"/>
                            </a:lnTo>
                            <a:lnTo>
                              <a:pt x="3862399" y="2071648"/>
                            </a:lnTo>
                            <a:cubicBezTo>
                              <a:pt x="3916040" y="2071648"/>
                              <a:pt x="3949371" y="2070873"/>
                              <a:pt x="3962393" y="2069322"/>
                            </a:cubicBezTo>
                            <a:cubicBezTo>
                              <a:pt x="3985958" y="2066532"/>
                              <a:pt x="4004484" y="2058393"/>
                              <a:pt x="4017971" y="2044905"/>
                            </a:cubicBezTo>
                            <a:cubicBezTo>
                              <a:pt x="4031459" y="2031418"/>
                              <a:pt x="4038203" y="2013667"/>
                              <a:pt x="4038203" y="1991653"/>
                            </a:cubicBezTo>
                            <a:cubicBezTo>
                              <a:pt x="4038203" y="1970569"/>
                              <a:pt x="4032389" y="1953438"/>
                              <a:pt x="4020762" y="1940260"/>
                            </a:cubicBezTo>
                            <a:cubicBezTo>
                              <a:pt x="4009135" y="1927083"/>
                              <a:pt x="3991849" y="1919099"/>
                              <a:pt x="3968905" y="1916308"/>
                            </a:cubicBezTo>
                            <a:cubicBezTo>
                              <a:pt x="3955262" y="1914758"/>
                              <a:pt x="3916040" y="1913983"/>
                              <a:pt x="3851237" y="1913983"/>
                            </a:cubicBezTo>
                            <a:close/>
                            <a:moveTo>
                              <a:pt x="6261378" y="1906542"/>
                            </a:moveTo>
                            <a:cubicBezTo>
                              <a:pt x="6318119" y="1906542"/>
                              <a:pt x="6363620" y="1925765"/>
                              <a:pt x="6397882" y="1964212"/>
                            </a:cubicBezTo>
                            <a:cubicBezTo>
                              <a:pt x="6432143" y="2002660"/>
                              <a:pt x="6449274" y="2060951"/>
                              <a:pt x="6449274" y="2139085"/>
                            </a:cubicBezTo>
                            <a:cubicBezTo>
                              <a:pt x="6449274" y="2218150"/>
                              <a:pt x="6431678" y="2277449"/>
                              <a:pt x="6396486" y="2316981"/>
                            </a:cubicBezTo>
                            <a:cubicBezTo>
                              <a:pt x="6361295" y="2356514"/>
                              <a:pt x="6316259" y="2376280"/>
                              <a:pt x="6261378" y="2376280"/>
                            </a:cubicBezTo>
                            <a:cubicBezTo>
                              <a:pt x="6206498" y="2376280"/>
                              <a:pt x="6161229" y="2356359"/>
                              <a:pt x="6125573" y="2316517"/>
                            </a:cubicBezTo>
                            <a:cubicBezTo>
                              <a:pt x="6089916" y="2276674"/>
                              <a:pt x="6072088" y="2218150"/>
                              <a:pt x="6072088" y="2140946"/>
                            </a:cubicBezTo>
                            <a:cubicBezTo>
                              <a:pt x="6072088" y="2062501"/>
                              <a:pt x="6089451" y="2003822"/>
                              <a:pt x="6124177" y="1964910"/>
                            </a:cubicBezTo>
                            <a:cubicBezTo>
                              <a:pt x="6158904" y="1925998"/>
                              <a:pt x="6204638" y="1906542"/>
                              <a:pt x="6261378" y="1906542"/>
                            </a:cubicBezTo>
                            <a:close/>
                            <a:moveTo>
                              <a:pt x="5396909" y="1834569"/>
                            </a:moveTo>
                            <a:lnTo>
                              <a:pt x="5396909" y="2058963"/>
                            </a:lnTo>
                            <a:lnTo>
                              <a:pt x="5392959" y="2080513"/>
                            </a:lnTo>
                            <a:cubicBezTo>
                              <a:pt x="5390992" y="2098012"/>
                              <a:pt x="5390008" y="2116916"/>
                              <a:pt x="5390008" y="2137225"/>
                            </a:cubicBezTo>
                            <a:cubicBezTo>
                              <a:pt x="5390008" y="2158774"/>
                              <a:pt x="5390977" y="2178773"/>
                              <a:pt x="5392915" y="2197221"/>
                            </a:cubicBezTo>
                            <a:lnTo>
                              <a:pt x="5396909" y="2220441"/>
                            </a:lnTo>
                            <a:lnTo>
                              <a:pt x="5396909" y="2449061"/>
                            </a:lnTo>
                            <a:lnTo>
                              <a:pt x="5335593" y="2401162"/>
                            </a:lnTo>
                            <a:cubicBezTo>
                              <a:pt x="5277302" y="2339306"/>
                              <a:pt x="5248157" y="2254737"/>
                              <a:pt x="5248157" y="2147457"/>
                            </a:cubicBezTo>
                            <a:cubicBezTo>
                              <a:pt x="5248157" y="2033976"/>
                              <a:pt x="5277457" y="1945841"/>
                              <a:pt x="5336058" y="1883055"/>
                            </a:cubicBezTo>
                            <a:cubicBezTo>
                              <a:pt x="5350709" y="1867358"/>
                              <a:pt x="5366512" y="1853623"/>
                              <a:pt x="5383468" y="1841851"/>
                            </a:cubicBezTo>
                            <a:close/>
                            <a:moveTo>
                              <a:pt x="6701091" y="1800501"/>
                            </a:moveTo>
                            <a:lnTo>
                              <a:pt x="6701091" y="2482320"/>
                            </a:lnTo>
                            <a:lnTo>
                              <a:pt x="7219664" y="2482320"/>
                            </a:lnTo>
                            <a:lnTo>
                              <a:pt x="7219664" y="2367443"/>
                            </a:lnTo>
                            <a:lnTo>
                              <a:pt x="6838757" y="2367443"/>
                            </a:lnTo>
                            <a:lnTo>
                              <a:pt x="6838757" y="2181873"/>
                            </a:lnTo>
                            <a:lnTo>
                              <a:pt x="7181061" y="2181873"/>
                            </a:lnTo>
                            <a:lnTo>
                              <a:pt x="7181061" y="2066997"/>
                            </a:lnTo>
                            <a:lnTo>
                              <a:pt x="6838757" y="2066997"/>
                            </a:lnTo>
                            <a:lnTo>
                              <a:pt x="6838757" y="1915843"/>
                            </a:lnTo>
                            <a:lnTo>
                              <a:pt x="7206641" y="1915843"/>
                            </a:lnTo>
                            <a:lnTo>
                              <a:pt x="7206641" y="1800501"/>
                            </a:lnTo>
                            <a:close/>
                            <a:moveTo>
                              <a:pt x="5001455" y="1800501"/>
                            </a:moveTo>
                            <a:lnTo>
                              <a:pt x="5139121" y="1800501"/>
                            </a:lnTo>
                            <a:lnTo>
                              <a:pt x="5139121" y="2482320"/>
                            </a:lnTo>
                            <a:lnTo>
                              <a:pt x="5001455" y="2482320"/>
                            </a:lnTo>
                            <a:close/>
                            <a:moveTo>
                              <a:pt x="4318911" y="1800501"/>
                            </a:moveTo>
                            <a:lnTo>
                              <a:pt x="4456577" y="1800501"/>
                            </a:lnTo>
                            <a:lnTo>
                              <a:pt x="4456577" y="2169781"/>
                            </a:lnTo>
                            <a:cubicBezTo>
                              <a:pt x="4456577" y="2228382"/>
                              <a:pt x="4458283" y="2266364"/>
                              <a:pt x="4461693" y="2283728"/>
                            </a:cubicBezTo>
                            <a:cubicBezTo>
                              <a:pt x="4467584" y="2311633"/>
                              <a:pt x="4481614" y="2334035"/>
                              <a:pt x="4503784" y="2350933"/>
                            </a:cubicBezTo>
                            <a:cubicBezTo>
                              <a:pt x="4525953" y="2367831"/>
                              <a:pt x="4556261" y="2376280"/>
                              <a:pt x="4594708" y="2376280"/>
                            </a:cubicBezTo>
                            <a:cubicBezTo>
                              <a:pt x="4633776" y="2376280"/>
                              <a:pt x="4663231" y="2368296"/>
                              <a:pt x="4683075" y="2352328"/>
                            </a:cubicBezTo>
                            <a:cubicBezTo>
                              <a:pt x="4702919" y="2336360"/>
                              <a:pt x="4714856" y="2316749"/>
                              <a:pt x="4718887" y="2293495"/>
                            </a:cubicBezTo>
                            <a:cubicBezTo>
                              <a:pt x="4722918" y="2270240"/>
                              <a:pt x="4724933" y="2231638"/>
                              <a:pt x="4724933" y="2177688"/>
                            </a:cubicBezTo>
                            <a:lnTo>
                              <a:pt x="4724933" y="1800501"/>
                            </a:lnTo>
                            <a:lnTo>
                              <a:pt x="4862599" y="1800501"/>
                            </a:lnTo>
                            <a:lnTo>
                              <a:pt x="4862599" y="2158619"/>
                            </a:lnTo>
                            <a:cubicBezTo>
                              <a:pt x="4862599" y="2240475"/>
                              <a:pt x="4858878" y="2298301"/>
                              <a:pt x="4851437" y="2332097"/>
                            </a:cubicBezTo>
                            <a:cubicBezTo>
                              <a:pt x="4843995" y="2365893"/>
                              <a:pt x="4830275" y="2394419"/>
                              <a:pt x="4810277" y="2417673"/>
                            </a:cubicBezTo>
                            <a:cubicBezTo>
                              <a:pt x="4790278" y="2440927"/>
                              <a:pt x="4763535" y="2459454"/>
                              <a:pt x="4730049" y="2473251"/>
                            </a:cubicBezTo>
                            <a:cubicBezTo>
                              <a:pt x="4696563" y="2487049"/>
                              <a:pt x="4652844" y="2493948"/>
                              <a:pt x="4598894" y="2493948"/>
                            </a:cubicBezTo>
                            <a:cubicBezTo>
                              <a:pt x="4533782" y="2493948"/>
                              <a:pt x="4484405" y="2486429"/>
                              <a:pt x="4450764" y="2471391"/>
                            </a:cubicBezTo>
                            <a:cubicBezTo>
                              <a:pt x="4417122" y="2456353"/>
                              <a:pt x="4390535" y="2436819"/>
                              <a:pt x="4371001" y="2412790"/>
                            </a:cubicBezTo>
                            <a:cubicBezTo>
                              <a:pt x="4351467" y="2388760"/>
                              <a:pt x="4338600" y="2363568"/>
                              <a:pt x="4332399" y="2337213"/>
                            </a:cubicBezTo>
                            <a:cubicBezTo>
                              <a:pt x="4323407" y="2298146"/>
                              <a:pt x="4318911" y="2240475"/>
                              <a:pt x="4318911" y="2164200"/>
                            </a:cubicBezTo>
                            <a:close/>
                            <a:moveTo>
                              <a:pt x="3634506" y="1800501"/>
                            </a:moveTo>
                            <a:lnTo>
                              <a:pt x="3907048" y="1800501"/>
                            </a:lnTo>
                            <a:cubicBezTo>
                              <a:pt x="3960998" y="1800501"/>
                              <a:pt x="4001228" y="1802750"/>
                              <a:pt x="4027738" y="1807245"/>
                            </a:cubicBezTo>
                            <a:cubicBezTo>
                              <a:pt x="4054248" y="1811741"/>
                              <a:pt x="4077968" y="1821120"/>
                              <a:pt x="4098897" y="1835383"/>
                            </a:cubicBezTo>
                            <a:cubicBezTo>
                              <a:pt x="4119826" y="1849646"/>
                              <a:pt x="4137266" y="1868637"/>
                              <a:pt x="4151219" y="1892356"/>
                            </a:cubicBezTo>
                            <a:cubicBezTo>
                              <a:pt x="4165172" y="1916076"/>
                              <a:pt x="4172148" y="1942663"/>
                              <a:pt x="4172148" y="1972119"/>
                            </a:cubicBezTo>
                            <a:cubicBezTo>
                              <a:pt x="4172148" y="2004055"/>
                              <a:pt x="4163544" y="2033356"/>
                              <a:pt x="4146336" y="2060021"/>
                            </a:cubicBezTo>
                            <a:cubicBezTo>
                              <a:pt x="4129127" y="2086686"/>
                              <a:pt x="4105796" y="2106684"/>
                              <a:pt x="4076340" y="2120017"/>
                            </a:cubicBezTo>
                            <a:cubicBezTo>
                              <a:pt x="4117888" y="2132109"/>
                              <a:pt x="4149824" y="2152728"/>
                              <a:pt x="4172148" y="2181873"/>
                            </a:cubicBezTo>
                            <a:cubicBezTo>
                              <a:pt x="4194472" y="2211019"/>
                              <a:pt x="4205634" y="2245280"/>
                              <a:pt x="4205634" y="2284658"/>
                            </a:cubicBezTo>
                            <a:cubicBezTo>
                              <a:pt x="4205634" y="2315664"/>
                              <a:pt x="4198425" y="2345817"/>
                              <a:pt x="4184008" y="2375117"/>
                            </a:cubicBezTo>
                            <a:cubicBezTo>
                              <a:pt x="4169590" y="2404418"/>
                              <a:pt x="4149901" y="2427827"/>
                              <a:pt x="4124942" y="2445346"/>
                            </a:cubicBezTo>
                            <a:cubicBezTo>
                              <a:pt x="4099982" y="2462864"/>
                              <a:pt x="4069208" y="2473639"/>
                              <a:pt x="4032622" y="2477669"/>
                            </a:cubicBezTo>
                            <a:cubicBezTo>
                              <a:pt x="4009677" y="2480150"/>
                              <a:pt x="3954332" y="2481700"/>
                              <a:pt x="3866585" y="2482320"/>
                            </a:cubicBezTo>
                            <a:lnTo>
                              <a:pt x="3634506" y="2482320"/>
                            </a:lnTo>
                            <a:close/>
                            <a:moveTo>
                              <a:pt x="3363155" y="1800501"/>
                            </a:moveTo>
                            <a:lnTo>
                              <a:pt x="3500822" y="1800501"/>
                            </a:lnTo>
                            <a:lnTo>
                              <a:pt x="3500822" y="2482320"/>
                            </a:lnTo>
                            <a:lnTo>
                              <a:pt x="3363155" y="2482320"/>
                            </a:lnTo>
                            <a:close/>
                            <a:moveTo>
                              <a:pt x="2682007" y="1800501"/>
                            </a:moveTo>
                            <a:lnTo>
                              <a:pt x="2971756" y="1800501"/>
                            </a:lnTo>
                            <a:cubicBezTo>
                              <a:pt x="3044620" y="1800501"/>
                              <a:pt x="3097562" y="1806625"/>
                              <a:pt x="3130584" y="1818872"/>
                            </a:cubicBezTo>
                            <a:cubicBezTo>
                              <a:pt x="3163605" y="1831120"/>
                              <a:pt x="3190038" y="1852901"/>
                              <a:pt x="3209881" y="1884217"/>
                            </a:cubicBezTo>
                            <a:cubicBezTo>
                              <a:pt x="3229725" y="1915533"/>
                              <a:pt x="3239647" y="1951345"/>
                              <a:pt x="3239647" y="1991653"/>
                            </a:cubicBezTo>
                            <a:cubicBezTo>
                              <a:pt x="3239647" y="2042812"/>
                              <a:pt x="3224609" y="2085058"/>
                              <a:pt x="3194533" y="2118389"/>
                            </a:cubicBezTo>
                            <a:cubicBezTo>
                              <a:pt x="3164458" y="2151720"/>
                              <a:pt x="3119499" y="2172727"/>
                              <a:pt x="3059658" y="2181409"/>
                            </a:cubicBezTo>
                            <a:cubicBezTo>
                              <a:pt x="3089423" y="2198772"/>
                              <a:pt x="3113996" y="2217840"/>
                              <a:pt x="3133374" y="2238614"/>
                            </a:cubicBezTo>
                            <a:cubicBezTo>
                              <a:pt x="3152753" y="2259388"/>
                              <a:pt x="3178875" y="2296285"/>
                              <a:pt x="3211742" y="2349305"/>
                            </a:cubicBezTo>
                            <a:lnTo>
                              <a:pt x="3294992" y="2482320"/>
                            </a:lnTo>
                            <a:lnTo>
                              <a:pt x="3130351" y="2482320"/>
                            </a:lnTo>
                            <a:lnTo>
                              <a:pt x="3030822" y="2333957"/>
                            </a:lnTo>
                            <a:cubicBezTo>
                              <a:pt x="2995476" y="2280937"/>
                              <a:pt x="2971291" y="2247528"/>
                              <a:pt x="2958269" y="2233731"/>
                            </a:cubicBezTo>
                            <a:cubicBezTo>
                              <a:pt x="2945246" y="2219933"/>
                              <a:pt x="2931449" y="2210477"/>
                              <a:pt x="2916876" y="2205360"/>
                            </a:cubicBezTo>
                            <a:cubicBezTo>
                              <a:pt x="2902303" y="2200245"/>
                              <a:pt x="2879204" y="2197687"/>
                              <a:pt x="2847578" y="2197687"/>
                            </a:cubicBezTo>
                            <a:lnTo>
                              <a:pt x="2819672" y="2197687"/>
                            </a:lnTo>
                            <a:lnTo>
                              <a:pt x="2819672" y="2482320"/>
                            </a:lnTo>
                            <a:lnTo>
                              <a:pt x="2682007" y="2482320"/>
                            </a:lnTo>
                            <a:close/>
                            <a:moveTo>
                              <a:pt x="2051682" y="1800501"/>
                            </a:moveTo>
                            <a:lnTo>
                              <a:pt x="2593510" y="1800501"/>
                            </a:lnTo>
                            <a:lnTo>
                              <a:pt x="2593510" y="1915843"/>
                            </a:lnTo>
                            <a:lnTo>
                              <a:pt x="2391662" y="1915843"/>
                            </a:lnTo>
                            <a:lnTo>
                              <a:pt x="2391662" y="2482320"/>
                            </a:lnTo>
                            <a:lnTo>
                              <a:pt x="2253996" y="2482320"/>
                            </a:lnTo>
                            <a:lnTo>
                              <a:pt x="2253996" y="1915843"/>
                            </a:lnTo>
                            <a:lnTo>
                              <a:pt x="2051682" y="1915843"/>
                            </a:lnTo>
                            <a:close/>
                            <a:moveTo>
                              <a:pt x="1191456" y="1800501"/>
                            </a:moveTo>
                            <a:lnTo>
                              <a:pt x="1329122" y="1800501"/>
                            </a:lnTo>
                            <a:lnTo>
                              <a:pt x="1329122" y="2482320"/>
                            </a:lnTo>
                            <a:lnTo>
                              <a:pt x="1191456" y="2482320"/>
                            </a:lnTo>
                            <a:close/>
                            <a:moveTo>
                              <a:pt x="509376" y="1800501"/>
                            </a:moveTo>
                            <a:lnTo>
                              <a:pt x="760989" y="1800501"/>
                            </a:lnTo>
                            <a:cubicBezTo>
                              <a:pt x="817730" y="1800501"/>
                              <a:pt x="860983" y="1804842"/>
                              <a:pt x="890749" y="1813524"/>
                            </a:cubicBezTo>
                            <a:cubicBezTo>
                              <a:pt x="930746" y="1825306"/>
                              <a:pt x="965008" y="1846235"/>
                              <a:pt x="993533" y="1876311"/>
                            </a:cubicBezTo>
                            <a:cubicBezTo>
                              <a:pt x="1022058" y="1906386"/>
                              <a:pt x="1043762" y="1943206"/>
                              <a:pt x="1058645" y="1986769"/>
                            </a:cubicBezTo>
                            <a:cubicBezTo>
                              <a:pt x="1073528" y="2030333"/>
                              <a:pt x="1080970" y="2084050"/>
                              <a:pt x="1080970" y="2147922"/>
                            </a:cubicBezTo>
                            <a:cubicBezTo>
                              <a:pt x="1080970" y="2204043"/>
                              <a:pt x="1073993" y="2252412"/>
                              <a:pt x="1060041" y="2293029"/>
                            </a:cubicBezTo>
                            <a:cubicBezTo>
                              <a:pt x="1042987" y="2342639"/>
                              <a:pt x="1018648" y="2382792"/>
                              <a:pt x="987022" y="2413487"/>
                            </a:cubicBezTo>
                            <a:cubicBezTo>
                              <a:pt x="963147" y="2436742"/>
                              <a:pt x="930901" y="2454880"/>
                              <a:pt x="890284" y="2467903"/>
                            </a:cubicBezTo>
                            <a:cubicBezTo>
                              <a:pt x="859898" y="2477514"/>
                              <a:pt x="819280" y="2482320"/>
                              <a:pt x="768430" y="2482320"/>
                            </a:cubicBezTo>
                            <a:lnTo>
                              <a:pt x="509376" y="2482320"/>
                            </a:lnTo>
                            <a:close/>
                            <a:moveTo>
                              <a:pt x="7577856" y="1788874"/>
                            </a:moveTo>
                            <a:cubicBezTo>
                              <a:pt x="7525456" y="1788874"/>
                              <a:pt x="7480731" y="1796781"/>
                              <a:pt x="7443678" y="1812594"/>
                            </a:cubicBezTo>
                            <a:cubicBezTo>
                              <a:pt x="7406627" y="1828407"/>
                              <a:pt x="7378256" y="1851429"/>
                              <a:pt x="7358567" y="1881659"/>
                            </a:cubicBezTo>
                            <a:cubicBezTo>
                              <a:pt x="7338879" y="1911890"/>
                              <a:pt x="7329034" y="1944369"/>
                              <a:pt x="7329034" y="1979095"/>
                            </a:cubicBezTo>
                            <a:cubicBezTo>
                              <a:pt x="7329034" y="2033045"/>
                              <a:pt x="7349963" y="2078779"/>
                              <a:pt x="7391821" y="2116296"/>
                            </a:cubicBezTo>
                            <a:cubicBezTo>
                              <a:pt x="7421587" y="2142961"/>
                              <a:pt x="7473367" y="2165441"/>
                              <a:pt x="7547160" y="2183734"/>
                            </a:cubicBezTo>
                            <a:cubicBezTo>
                              <a:pt x="7604521" y="2197996"/>
                              <a:pt x="7641263" y="2207919"/>
                              <a:pt x="7657386" y="2213500"/>
                            </a:cubicBezTo>
                            <a:cubicBezTo>
                              <a:pt x="7680951" y="2221871"/>
                              <a:pt x="7697461" y="2231715"/>
                              <a:pt x="7706918" y="2243032"/>
                            </a:cubicBezTo>
                            <a:cubicBezTo>
                              <a:pt x="7716375" y="2254350"/>
                              <a:pt x="7721103" y="2268070"/>
                              <a:pt x="7721103" y="2284193"/>
                            </a:cubicBezTo>
                            <a:cubicBezTo>
                              <a:pt x="7721103" y="2309307"/>
                              <a:pt x="7709863" y="2331244"/>
                              <a:pt x="7687384" y="2350003"/>
                            </a:cubicBezTo>
                            <a:cubicBezTo>
                              <a:pt x="7664905" y="2368761"/>
                              <a:pt x="7631497" y="2378140"/>
                              <a:pt x="7587157" y="2378140"/>
                            </a:cubicBezTo>
                            <a:cubicBezTo>
                              <a:pt x="7545300" y="2378140"/>
                              <a:pt x="7512046" y="2367598"/>
                              <a:pt x="7487397" y="2346515"/>
                            </a:cubicBezTo>
                            <a:cubicBezTo>
                              <a:pt x="7462747" y="2325430"/>
                              <a:pt x="7446391" y="2292409"/>
                              <a:pt x="7438329" y="2247451"/>
                            </a:cubicBezTo>
                            <a:lnTo>
                              <a:pt x="7304385" y="2260473"/>
                            </a:lnTo>
                            <a:cubicBezTo>
                              <a:pt x="7313376" y="2336748"/>
                              <a:pt x="7340971" y="2394806"/>
                              <a:pt x="7387170" y="2434649"/>
                            </a:cubicBezTo>
                            <a:cubicBezTo>
                              <a:pt x="7433369" y="2474491"/>
                              <a:pt x="7499567" y="2494413"/>
                              <a:pt x="7585763" y="2494413"/>
                            </a:cubicBezTo>
                            <a:cubicBezTo>
                              <a:pt x="7644984" y="2494413"/>
                              <a:pt x="7694439" y="2486119"/>
                              <a:pt x="7734125" y="2469530"/>
                            </a:cubicBezTo>
                            <a:cubicBezTo>
                              <a:pt x="7773813" y="2452942"/>
                              <a:pt x="7804509" y="2427595"/>
                              <a:pt x="7826213" y="2393488"/>
                            </a:cubicBezTo>
                            <a:cubicBezTo>
                              <a:pt x="7847917" y="2359382"/>
                              <a:pt x="7858769" y="2322795"/>
                              <a:pt x="7858769" y="2283728"/>
                            </a:cubicBezTo>
                            <a:cubicBezTo>
                              <a:pt x="7858769" y="2240629"/>
                              <a:pt x="7849700" y="2204430"/>
                              <a:pt x="7831561" y="2175130"/>
                            </a:cubicBezTo>
                            <a:cubicBezTo>
                              <a:pt x="7813423" y="2145829"/>
                              <a:pt x="7788308" y="2122730"/>
                              <a:pt x="7756217" y="2105832"/>
                            </a:cubicBezTo>
                            <a:cubicBezTo>
                              <a:pt x="7724126" y="2088934"/>
                              <a:pt x="7674594" y="2072578"/>
                              <a:pt x="7607621" y="2056765"/>
                            </a:cubicBezTo>
                            <a:cubicBezTo>
                              <a:pt x="7540649" y="2040952"/>
                              <a:pt x="7498481" y="2025759"/>
                              <a:pt x="7481117" y="2011186"/>
                            </a:cubicBezTo>
                            <a:cubicBezTo>
                              <a:pt x="7467475" y="1999714"/>
                              <a:pt x="7460654" y="1985916"/>
                              <a:pt x="7460654" y="1969794"/>
                            </a:cubicBezTo>
                            <a:cubicBezTo>
                              <a:pt x="7460654" y="1952120"/>
                              <a:pt x="7467941" y="1938013"/>
                              <a:pt x="7482513" y="1927470"/>
                            </a:cubicBezTo>
                            <a:cubicBezTo>
                              <a:pt x="7505147" y="1911037"/>
                              <a:pt x="7536463" y="1902821"/>
                              <a:pt x="7576461" y="1902821"/>
                            </a:cubicBezTo>
                            <a:cubicBezTo>
                              <a:pt x="7615218" y="1902821"/>
                              <a:pt x="7644286" y="1910495"/>
                              <a:pt x="7663665" y="1925843"/>
                            </a:cubicBezTo>
                            <a:cubicBezTo>
                              <a:pt x="7683043" y="1941191"/>
                              <a:pt x="7695679" y="1966383"/>
                              <a:pt x="7701569" y="2001419"/>
                            </a:cubicBezTo>
                            <a:lnTo>
                              <a:pt x="7839235" y="1995373"/>
                            </a:lnTo>
                            <a:cubicBezTo>
                              <a:pt x="7837065" y="1932742"/>
                              <a:pt x="7814353" y="1882667"/>
                              <a:pt x="7771100" y="1845150"/>
                            </a:cubicBezTo>
                            <a:cubicBezTo>
                              <a:pt x="7727847" y="1807633"/>
                              <a:pt x="7663432" y="1788874"/>
                              <a:pt x="7577856" y="1788874"/>
                            </a:cubicBezTo>
                            <a:close/>
                            <a:moveTo>
                              <a:pt x="6259983" y="1788874"/>
                            </a:moveTo>
                            <a:cubicBezTo>
                              <a:pt x="6204482" y="1788874"/>
                              <a:pt x="6155494" y="1797866"/>
                              <a:pt x="6113015" y="1815849"/>
                            </a:cubicBezTo>
                            <a:cubicBezTo>
                              <a:pt x="6081080" y="1829182"/>
                              <a:pt x="6051701" y="1849646"/>
                              <a:pt x="6024881" y="1877241"/>
                            </a:cubicBezTo>
                            <a:cubicBezTo>
                              <a:pt x="5998061" y="1904836"/>
                              <a:pt x="5976900" y="1935997"/>
                              <a:pt x="5961397" y="1970724"/>
                            </a:cubicBezTo>
                            <a:cubicBezTo>
                              <a:pt x="5940623" y="2017853"/>
                              <a:pt x="5930236" y="2076144"/>
                              <a:pt x="5930236" y="2145597"/>
                            </a:cubicBezTo>
                            <a:cubicBezTo>
                              <a:pt x="5930236" y="2254117"/>
                              <a:pt x="5960157" y="2339306"/>
                              <a:pt x="6019998" y="2401162"/>
                            </a:cubicBezTo>
                            <a:cubicBezTo>
                              <a:pt x="6079839" y="2463019"/>
                              <a:pt x="6160454" y="2493948"/>
                              <a:pt x="6261844" y="2493948"/>
                            </a:cubicBezTo>
                            <a:cubicBezTo>
                              <a:pt x="6361993" y="2493948"/>
                              <a:pt x="6441988" y="2462864"/>
                              <a:pt x="6501829" y="2400697"/>
                            </a:cubicBezTo>
                            <a:cubicBezTo>
                              <a:pt x="6561670" y="2338531"/>
                              <a:pt x="6591591" y="2252412"/>
                              <a:pt x="6591591" y="2142341"/>
                            </a:cubicBezTo>
                            <a:cubicBezTo>
                              <a:pt x="6591591" y="2031340"/>
                              <a:pt x="6561437" y="1944679"/>
                              <a:pt x="6501131" y="1882357"/>
                            </a:cubicBezTo>
                            <a:cubicBezTo>
                              <a:pt x="6440825" y="1820035"/>
                              <a:pt x="6360442" y="1788874"/>
                              <a:pt x="6259983" y="1788874"/>
                            </a:cubicBezTo>
                            <a:close/>
                            <a:moveTo>
                              <a:pt x="1700932" y="1788874"/>
                            </a:moveTo>
                            <a:cubicBezTo>
                              <a:pt x="1786508" y="1788874"/>
                              <a:pt x="1850922" y="1807633"/>
                              <a:pt x="1894176" y="1845150"/>
                            </a:cubicBezTo>
                            <a:cubicBezTo>
                              <a:pt x="1937429" y="1882667"/>
                              <a:pt x="1960141" y="1932742"/>
                              <a:pt x="1962311" y="1995373"/>
                            </a:cubicBezTo>
                            <a:lnTo>
                              <a:pt x="1824645" y="2001419"/>
                            </a:lnTo>
                            <a:cubicBezTo>
                              <a:pt x="1818754" y="1966383"/>
                              <a:pt x="1806120" y="1941191"/>
                              <a:pt x="1786741" y="1925843"/>
                            </a:cubicBezTo>
                            <a:cubicBezTo>
                              <a:pt x="1767362" y="1910495"/>
                              <a:pt x="1738294" y="1902821"/>
                              <a:pt x="1699537" y="1902821"/>
                            </a:cubicBezTo>
                            <a:cubicBezTo>
                              <a:pt x="1659539" y="1902821"/>
                              <a:pt x="1628223" y="1911037"/>
                              <a:pt x="1605589" y="1927470"/>
                            </a:cubicBezTo>
                            <a:cubicBezTo>
                              <a:pt x="1591016" y="1938013"/>
                              <a:pt x="1583729" y="1952120"/>
                              <a:pt x="1583729" y="1969794"/>
                            </a:cubicBezTo>
                            <a:cubicBezTo>
                              <a:pt x="1583729" y="1985916"/>
                              <a:pt x="1590551" y="1999714"/>
                              <a:pt x="1604194" y="2011186"/>
                            </a:cubicBezTo>
                            <a:cubicBezTo>
                              <a:pt x="1621557" y="2025759"/>
                              <a:pt x="1663725" y="2040952"/>
                              <a:pt x="1730698" y="2056765"/>
                            </a:cubicBezTo>
                            <a:cubicBezTo>
                              <a:pt x="1797670" y="2072578"/>
                              <a:pt x="1847202" y="2088934"/>
                              <a:pt x="1879293" y="2105832"/>
                            </a:cubicBezTo>
                            <a:cubicBezTo>
                              <a:pt x="1911384" y="2122730"/>
                              <a:pt x="1936499" y="2145829"/>
                              <a:pt x="1954637" y="2175130"/>
                            </a:cubicBezTo>
                            <a:cubicBezTo>
                              <a:pt x="1972776" y="2204430"/>
                              <a:pt x="1981845" y="2240629"/>
                              <a:pt x="1981845" y="2283728"/>
                            </a:cubicBezTo>
                            <a:cubicBezTo>
                              <a:pt x="1981845" y="2322795"/>
                              <a:pt x="1970993" y="2359382"/>
                              <a:pt x="1949289" y="2393488"/>
                            </a:cubicBezTo>
                            <a:cubicBezTo>
                              <a:pt x="1927585" y="2427595"/>
                              <a:pt x="1896889" y="2452942"/>
                              <a:pt x="1857201" y="2469530"/>
                            </a:cubicBezTo>
                            <a:cubicBezTo>
                              <a:pt x="1817514" y="2486119"/>
                              <a:pt x="1768060" y="2494413"/>
                              <a:pt x="1708839" y="2494413"/>
                            </a:cubicBezTo>
                            <a:cubicBezTo>
                              <a:pt x="1622642" y="2494413"/>
                              <a:pt x="1556444" y="2474491"/>
                              <a:pt x="1510246" y="2434649"/>
                            </a:cubicBezTo>
                            <a:cubicBezTo>
                              <a:pt x="1464047" y="2394806"/>
                              <a:pt x="1436451" y="2336748"/>
                              <a:pt x="1427460" y="2260473"/>
                            </a:cubicBezTo>
                            <a:lnTo>
                              <a:pt x="1561405" y="2247451"/>
                            </a:lnTo>
                            <a:cubicBezTo>
                              <a:pt x="1569467" y="2292409"/>
                              <a:pt x="1585823" y="2325430"/>
                              <a:pt x="1610472" y="2346515"/>
                            </a:cubicBezTo>
                            <a:cubicBezTo>
                              <a:pt x="1635122" y="2367598"/>
                              <a:pt x="1668376" y="2378140"/>
                              <a:pt x="1710233" y="2378140"/>
                            </a:cubicBezTo>
                            <a:cubicBezTo>
                              <a:pt x="1754572" y="2378140"/>
                              <a:pt x="1787981" y="2368761"/>
                              <a:pt x="1810460" y="2350003"/>
                            </a:cubicBezTo>
                            <a:cubicBezTo>
                              <a:pt x="1832939" y="2331244"/>
                              <a:pt x="1844179" y="2309307"/>
                              <a:pt x="1844179" y="2284193"/>
                            </a:cubicBezTo>
                            <a:cubicBezTo>
                              <a:pt x="1844179" y="2268070"/>
                              <a:pt x="1839451" y="2254350"/>
                              <a:pt x="1829993" y="2243032"/>
                            </a:cubicBezTo>
                            <a:cubicBezTo>
                              <a:pt x="1820537" y="2231715"/>
                              <a:pt x="1804027" y="2221871"/>
                              <a:pt x="1780462" y="2213500"/>
                            </a:cubicBezTo>
                            <a:cubicBezTo>
                              <a:pt x="1764339" y="2207919"/>
                              <a:pt x="1727597" y="2197996"/>
                              <a:pt x="1670236" y="2183734"/>
                            </a:cubicBezTo>
                            <a:cubicBezTo>
                              <a:pt x="1596442" y="2165441"/>
                              <a:pt x="1544662" y="2142961"/>
                              <a:pt x="1514897" y="2116296"/>
                            </a:cubicBezTo>
                            <a:cubicBezTo>
                              <a:pt x="1473038" y="2078779"/>
                              <a:pt x="1452110" y="2033045"/>
                              <a:pt x="1452110" y="1979095"/>
                            </a:cubicBezTo>
                            <a:cubicBezTo>
                              <a:pt x="1452110" y="1944369"/>
                              <a:pt x="1461954" y="1911890"/>
                              <a:pt x="1481642" y="1881659"/>
                            </a:cubicBezTo>
                            <a:cubicBezTo>
                              <a:pt x="1501332" y="1851429"/>
                              <a:pt x="1529702" y="1828407"/>
                              <a:pt x="1566754" y="1812594"/>
                            </a:cubicBezTo>
                            <a:cubicBezTo>
                              <a:pt x="1603806" y="1796781"/>
                              <a:pt x="1648532" y="1788874"/>
                              <a:pt x="1700932" y="1788874"/>
                            </a:cubicBezTo>
                            <a:close/>
                            <a:moveTo>
                              <a:pt x="6350210" y="1644232"/>
                            </a:moveTo>
                            <a:cubicBezTo>
                              <a:pt x="6348350" y="1658805"/>
                              <a:pt x="6344087" y="1669192"/>
                              <a:pt x="6337420" y="1675393"/>
                            </a:cubicBezTo>
                            <a:cubicBezTo>
                              <a:pt x="6330754" y="1681594"/>
                              <a:pt x="6322460" y="1684695"/>
                              <a:pt x="6312538" y="1684695"/>
                            </a:cubicBezTo>
                            <a:cubicBezTo>
                              <a:pt x="6298585" y="1684695"/>
                              <a:pt x="6279284" y="1679191"/>
                              <a:pt x="6254635" y="1668184"/>
                            </a:cubicBezTo>
                            <a:cubicBezTo>
                              <a:pt x="6229985" y="1657177"/>
                              <a:pt x="6213009" y="1650511"/>
                              <a:pt x="6203708" y="1648185"/>
                            </a:cubicBezTo>
                            <a:cubicBezTo>
                              <a:pt x="6194406" y="1645860"/>
                              <a:pt x="6184329" y="1644697"/>
                              <a:pt x="6173477" y="1644697"/>
                            </a:cubicBezTo>
                            <a:cubicBezTo>
                              <a:pt x="6148672" y="1644697"/>
                              <a:pt x="6128363" y="1653456"/>
                              <a:pt x="6112550" y="1670975"/>
                            </a:cubicBezTo>
                            <a:cubicBezTo>
                              <a:pt x="6096737" y="1688493"/>
                              <a:pt x="6088831" y="1713530"/>
                              <a:pt x="6088831" y="1746086"/>
                            </a:cubicBezTo>
                            <a:cubicBezTo>
                              <a:pt x="6088831" y="1750117"/>
                              <a:pt x="6088986" y="1755698"/>
                              <a:pt x="6089296" y="1762829"/>
                            </a:cubicBezTo>
                            <a:lnTo>
                              <a:pt x="6148827" y="1762829"/>
                            </a:lnTo>
                            <a:cubicBezTo>
                              <a:pt x="6149137" y="1747947"/>
                              <a:pt x="6152083" y="1737482"/>
                              <a:pt x="6157664" y="1731436"/>
                            </a:cubicBezTo>
                            <a:cubicBezTo>
                              <a:pt x="6163245" y="1725390"/>
                              <a:pt x="6170996" y="1722367"/>
                              <a:pt x="6180918" y="1722367"/>
                            </a:cubicBezTo>
                            <a:cubicBezTo>
                              <a:pt x="6193941" y="1722367"/>
                              <a:pt x="6214714" y="1727793"/>
                              <a:pt x="6243240" y="1738645"/>
                            </a:cubicBezTo>
                            <a:cubicBezTo>
                              <a:pt x="6271766" y="1749497"/>
                              <a:pt x="6289594" y="1755853"/>
                              <a:pt x="6296725" y="1757713"/>
                            </a:cubicBezTo>
                            <a:cubicBezTo>
                              <a:pt x="6306957" y="1759884"/>
                              <a:pt x="6317344" y="1760969"/>
                              <a:pt x="6327886" y="1760969"/>
                            </a:cubicBezTo>
                            <a:cubicBezTo>
                              <a:pt x="6352071" y="1760969"/>
                              <a:pt x="6371837" y="1751977"/>
                              <a:pt x="6387185" y="1733994"/>
                            </a:cubicBezTo>
                            <a:cubicBezTo>
                              <a:pt x="6402533" y="1716011"/>
                              <a:pt x="6410362" y="1686090"/>
                              <a:pt x="6410672" y="1644232"/>
                            </a:cubicBezTo>
                            <a:close/>
                            <a:moveTo>
                              <a:pt x="5396909" y="0"/>
                            </a:moveTo>
                            <a:lnTo>
                              <a:pt x="8892576" y="0"/>
                            </a:lnTo>
                            <a:lnTo>
                              <a:pt x="8892576" y="6858000"/>
                            </a:lnTo>
                            <a:lnTo>
                              <a:pt x="5396909" y="6858000"/>
                            </a:lnTo>
                            <a:lnTo>
                              <a:pt x="5396909" y="5342473"/>
                            </a:lnTo>
                            <a:lnTo>
                              <a:pt x="8601739" y="5342473"/>
                            </a:lnTo>
                            <a:lnTo>
                              <a:pt x="8601739" y="5119189"/>
                            </a:lnTo>
                            <a:lnTo>
                              <a:pt x="5573196" y="5119189"/>
                            </a:lnTo>
                            <a:lnTo>
                              <a:pt x="5678233" y="5087640"/>
                            </a:lnTo>
                            <a:cubicBezTo>
                              <a:pt x="5765297" y="5051766"/>
                              <a:pt x="5834828" y="5003599"/>
                              <a:pt x="5886825" y="4943137"/>
                            </a:cubicBezTo>
                            <a:cubicBezTo>
                              <a:pt x="5938821" y="4882676"/>
                              <a:pt x="5974494" y="4808510"/>
                              <a:pt x="5993841" y="4720639"/>
                            </a:cubicBezTo>
                            <a:cubicBezTo>
                              <a:pt x="6013189" y="4632769"/>
                              <a:pt x="6022863" y="4482421"/>
                              <a:pt x="6022863" y="4269597"/>
                            </a:cubicBezTo>
                            <a:lnTo>
                              <a:pt x="6022863" y="3338491"/>
                            </a:lnTo>
                            <a:lnTo>
                              <a:pt x="5664931" y="3338491"/>
                            </a:lnTo>
                            <a:lnTo>
                              <a:pt x="5664931" y="4319175"/>
                            </a:lnTo>
                            <a:cubicBezTo>
                              <a:pt x="5664931" y="4459446"/>
                              <a:pt x="5659691" y="4559812"/>
                              <a:pt x="5649211" y="4620273"/>
                            </a:cubicBezTo>
                            <a:cubicBezTo>
                              <a:pt x="5638731" y="4680735"/>
                              <a:pt x="5607694" y="4731724"/>
                              <a:pt x="5556101" y="4773241"/>
                            </a:cubicBezTo>
                            <a:cubicBezTo>
                              <a:pt x="5517405" y="4804379"/>
                              <a:pt x="5464653" y="4823840"/>
                              <a:pt x="5397843" y="4831624"/>
                            </a:cubicBezTo>
                            <a:lnTo>
                              <a:pt x="5396909" y="4831675"/>
                            </a:lnTo>
                            <a:lnTo>
                              <a:pt x="5396909" y="2449061"/>
                            </a:lnTo>
                            <a:lnTo>
                              <a:pt x="5407972" y="2457703"/>
                            </a:lnTo>
                            <a:cubicBezTo>
                              <a:pt x="5434366" y="2472201"/>
                              <a:pt x="5463027" y="2482350"/>
                              <a:pt x="5493955" y="2488149"/>
                            </a:cubicBezTo>
                            <a:lnTo>
                              <a:pt x="5514555" y="2490976"/>
                            </a:lnTo>
                            <a:lnTo>
                              <a:pt x="5513722" y="2491041"/>
                            </a:lnTo>
                            <a:cubicBezTo>
                              <a:pt x="5500699" y="2493133"/>
                              <a:pt x="5488142" y="2496273"/>
                              <a:pt x="5476050" y="2500459"/>
                            </a:cubicBezTo>
                            <a:lnTo>
                              <a:pt x="5463957" y="2546502"/>
                            </a:lnTo>
                            <a:cubicBezTo>
                              <a:pt x="5484732" y="2540301"/>
                              <a:pt x="5505040" y="2537201"/>
                              <a:pt x="5524884" y="2537201"/>
                            </a:cubicBezTo>
                            <a:cubicBezTo>
                              <a:pt x="5545037" y="2537201"/>
                              <a:pt x="5559920" y="2541076"/>
                              <a:pt x="5569532" y="2548828"/>
                            </a:cubicBezTo>
                            <a:cubicBezTo>
                              <a:pt x="5579144" y="2556579"/>
                              <a:pt x="5583950" y="2565726"/>
                              <a:pt x="5583950" y="2576268"/>
                            </a:cubicBezTo>
                            <a:cubicBezTo>
                              <a:pt x="5583950" y="2588050"/>
                              <a:pt x="5578834" y="2597662"/>
                              <a:pt x="5568602" y="2605103"/>
                            </a:cubicBezTo>
                            <a:cubicBezTo>
                              <a:pt x="5555269" y="2615025"/>
                              <a:pt x="5534805" y="2619987"/>
                              <a:pt x="5507210" y="2619987"/>
                            </a:cubicBezTo>
                            <a:cubicBezTo>
                              <a:pt x="5480546" y="2619987"/>
                              <a:pt x="5451245" y="2618281"/>
                              <a:pt x="5419309" y="2614870"/>
                            </a:cubicBezTo>
                            <a:lnTo>
                              <a:pt x="5419309" y="2669751"/>
                            </a:lnTo>
                            <a:cubicBezTo>
                              <a:pt x="5439773" y="2674712"/>
                              <a:pt x="5470003" y="2677192"/>
                              <a:pt x="5510001" y="2677192"/>
                            </a:cubicBezTo>
                            <a:cubicBezTo>
                              <a:pt x="5566122" y="2677192"/>
                              <a:pt x="5609219" y="2665565"/>
                              <a:pt x="5639295" y="2642311"/>
                            </a:cubicBezTo>
                            <a:cubicBezTo>
                              <a:pt x="5661620" y="2625257"/>
                              <a:pt x="5672782" y="2603088"/>
                              <a:pt x="5672782" y="2575803"/>
                            </a:cubicBezTo>
                            <a:cubicBezTo>
                              <a:pt x="5672782" y="2551308"/>
                              <a:pt x="5662704" y="2530534"/>
                              <a:pt x="5642551" y="2513481"/>
                            </a:cubicBezTo>
                            <a:cubicBezTo>
                              <a:pt x="5632474" y="2504954"/>
                              <a:pt x="5620072" y="2498559"/>
                              <a:pt x="5605344" y="2494296"/>
                            </a:cubicBezTo>
                            <a:lnTo>
                              <a:pt x="5592738" y="2491760"/>
                            </a:lnTo>
                            <a:lnTo>
                              <a:pt x="5611318" y="2490561"/>
                            </a:lnTo>
                            <a:cubicBezTo>
                              <a:pt x="5661402" y="2483788"/>
                              <a:pt x="5704291" y="2466856"/>
                              <a:pt x="5739987" y="2439765"/>
                            </a:cubicBezTo>
                            <a:cubicBezTo>
                              <a:pt x="5787581" y="2403643"/>
                              <a:pt x="5821610" y="2348375"/>
                              <a:pt x="5842074" y="2273961"/>
                            </a:cubicBezTo>
                            <a:lnTo>
                              <a:pt x="5708594" y="2231638"/>
                            </a:lnTo>
                            <a:cubicBezTo>
                              <a:pt x="5697121" y="2281557"/>
                              <a:pt x="5678208" y="2318144"/>
                              <a:pt x="5651853" y="2341399"/>
                            </a:cubicBezTo>
                            <a:cubicBezTo>
                              <a:pt x="5625497" y="2364653"/>
                              <a:pt x="5594027" y="2376280"/>
                              <a:pt x="5557440" y="2376280"/>
                            </a:cubicBezTo>
                            <a:cubicBezTo>
                              <a:pt x="5507830" y="2376280"/>
                              <a:pt x="5467523" y="2357987"/>
                              <a:pt x="5436517" y="2321400"/>
                            </a:cubicBezTo>
                            <a:cubicBezTo>
                              <a:pt x="5421014" y="2303107"/>
                              <a:pt x="5409387" y="2278612"/>
                              <a:pt x="5401635" y="2247916"/>
                            </a:cubicBezTo>
                            <a:lnTo>
                              <a:pt x="5396909" y="2220441"/>
                            </a:lnTo>
                            <a:lnTo>
                              <a:pt x="5396909" y="2058963"/>
                            </a:lnTo>
                            <a:lnTo>
                              <a:pt x="5401810" y="2032231"/>
                            </a:lnTo>
                            <a:cubicBezTo>
                              <a:pt x="5409677" y="2002853"/>
                              <a:pt x="5421479" y="1979095"/>
                              <a:pt x="5437215" y="1960957"/>
                            </a:cubicBezTo>
                            <a:cubicBezTo>
                              <a:pt x="5468686" y="1924680"/>
                              <a:pt x="5509691" y="1906542"/>
                              <a:pt x="5560231" y="1906542"/>
                            </a:cubicBezTo>
                            <a:cubicBezTo>
                              <a:pt x="5596818" y="1906542"/>
                              <a:pt x="5627901" y="1916773"/>
                              <a:pt x="5653481" y="1937237"/>
                            </a:cubicBezTo>
                            <a:cubicBezTo>
                              <a:pt x="5679060" y="1957701"/>
                              <a:pt x="5695882" y="1985606"/>
                              <a:pt x="5703943" y="2020953"/>
                            </a:cubicBezTo>
                            <a:lnTo>
                              <a:pt x="5840213" y="1988397"/>
                            </a:lnTo>
                            <a:cubicBezTo>
                              <a:pt x="5824711" y="1933827"/>
                              <a:pt x="5801456" y="1891969"/>
                              <a:pt x="5770450" y="1862823"/>
                            </a:cubicBezTo>
                            <a:cubicBezTo>
                              <a:pt x="5718360" y="1813524"/>
                              <a:pt x="5650612" y="1788874"/>
                              <a:pt x="5567207" y="1788874"/>
                            </a:cubicBezTo>
                            <a:cubicBezTo>
                              <a:pt x="5519458" y="1788874"/>
                              <a:pt x="5476321" y="1796723"/>
                              <a:pt x="5437796" y="1812419"/>
                            </a:cubicBezTo>
                            <a:lnTo>
                              <a:pt x="5396909" y="1834569"/>
                            </a:lnTo>
                            <a:close/>
                          </a:path>
                        </a:pathLst>
                      </a:custGeom>
                      <a:solidFill>
                        <a:srgbClr val="00B0F0"/>
                      </a:solidFill>
                      <a:ln>
                        <a:noFill/>
                      </a:ln>
                      <a:effectLst/>
                    </p:spPr>
                    <p:txBody>
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pt-BR" sz="19500" b="1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6" name="Retângulo 5">
                        <a:extLst>
                          <a:ext uri="{FF2B5EF4-FFF2-40B4-BE49-F238E27FC236}">
                            <a16:creationId xmlns:a16="http://schemas.microsoft.com/office/drawing/2014/main" id="{6AA35A04-66EF-68CF-F586-AF390F6D67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940902" y="0"/>
                        <a:ext cx="1251098" cy="6858000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</p:grpSp>
                <p:grpSp>
                  <p:nvGrpSpPr>
                    <p:cNvPr id="20" name="Agrupar 19">
                      <a:extLst>
                        <a:ext uri="{FF2B5EF4-FFF2-40B4-BE49-F238E27FC236}">
                          <a16:creationId xmlns:a16="http://schemas.microsoft.com/office/drawing/2014/main" id="{83763ADE-440D-69EB-F26E-D6C02474B8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62741" y="-1242044"/>
                      <a:ext cx="12354012" cy="9325630"/>
                      <a:chOff x="-162741" y="-1242044"/>
                      <a:chExt cx="12354012" cy="9325630"/>
                    </a:xfrm>
                  </p:grpSpPr>
                  <p:sp>
                    <p:nvSpPr>
                      <p:cNvPr id="8" name="Retângulo 7">
                        <a:extLst>
                          <a:ext uri="{FF2B5EF4-FFF2-40B4-BE49-F238E27FC236}">
                            <a16:creationId xmlns:a16="http://schemas.microsoft.com/office/drawing/2014/main" id="{B19E756B-4AD6-79D0-34BF-6B4CC1B464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729" y="-23598"/>
                        <a:ext cx="12192000" cy="6873369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9" name="CaixaDeTexto 8">
                        <a:extLst>
                          <a:ext uri="{FF2B5EF4-FFF2-40B4-BE49-F238E27FC236}">
                            <a16:creationId xmlns:a16="http://schemas.microsoft.com/office/drawing/2014/main" id="{834C329A-8EF2-19A9-1344-4C06698842E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-162741" y="-1242044"/>
                        <a:ext cx="5120408" cy="932563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pt-BR" sz="15000" b="1" i="0" spc="-150" dirty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 OS</a:t>
                        </a:r>
                        <a:endParaRPr lang="pt-BR" sz="15000" spc="-15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pic>
                    <p:nvPicPr>
                      <p:cNvPr id="10" name="Imagem 9" descr="Ícone&#10;&#10;Descrição gerada automaticamente">
                        <a:extLst>
                          <a:ext uri="{FF2B5EF4-FFF2-40B4-BE49-F238E27FC236}">
                            <a16:creationId xmlns:a16="http://schemas.microsoft.com/office/drawing/2014/main" id="{1C3216A8-161F-3EA1-A720-776CDEC693A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3537432" y="5488505"/>
                        <a:ext cx="1489267" cy="1489267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1" name="Retângulo 10">
                        <a:extLst>
                          <a:ext uri="{FF2B5EF4-FFF2-40B4-BE49-F238E27FC236}">
                            <a16:creationId xmlns:a16="http://schemas.microsoft.com/office/drawing/2014/main" id="{46DE947D-714C-0CD1-28ED-E55B212FB0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6699" y="465559"/>
                        <a:ext cx="1623157" cy="15493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12" name="Retângulo 11">
                        <a:extLst>
                          <a:ext uri="{FF2B5EF4-FFF2-40B4-BE49-F238E27FC236}">
                            <a16:creationId xmlns:a16="http://schemas.microsoft.com/office/drawing/2014/main" id="{8DC35619-B04E-EEB1-AF70-FEC8DCD9CC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1498" y="2501893"/>
                        <a:ext cx="1623157" cy="15493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13" name="Retângulo 12">
                        <a:extLst>
                          <a:ext uri="{FF2B5EF4-FFF2-40B4-BE49-F238E27FC236}">
                            <a16:creationId xmlns:a16="http://schemas.microsoft.com/office/drawing/2014/main" id="{ED519175-A824-F306-1CC4-5CA0CBC172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12412" y="4472185"/>
                        <a:ext cx="1623157" cy="15493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14" name="CaixaDeTexto 13">
                        <a:extLst>
                          <a:ext uri="{FF2B5EF4-FFF2-40B4-BE49-F238E27FC236}">
                            <a16:creationId xmlns:a16="http://schemas.microsoft.com/office/drawing/2014/main" id="{4670715B-95A7-DA5E-87AE-30BBEE6B969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12412" y="530042"/>
                        <a:ext cx="1637443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i="0" spc="-150">
                            <a:solidFill>
                              <a:srgbClr val="00B0F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História e origem</a:t>
                        </a:r>
                        <a:endParaRPr lang="pt-BR" spc="-15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5" name="CaixaDeTexto 14">
                        <a:extLst>
                          <a:ext uri="{FF2B5EF4-FFF2-40B4-BE49-F238E27FC236}">
                            <a16:creationId xmlns:a16="http://schemas.microsoft.com/office/drawing/2014/main" id="{B01F86F3-B02B-01C8-0168-BCAF32BB5D8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15594" y="2427834"/>
                        <a:ext cx="1637443" cy="6463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pt-BR" b="0" i="0" spc="-150">
                            <a:solidFill>
                              <a:srgbClr val="00B0F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Objetivo e Finalidade</a:t>
                        </a:r>
                        <a:endParaRPr lang="pt-BR" spc="-15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" name="CaixaDeTexto 15">
                        <a:extLst>
                          <a:ext uri="{FF2B5EF4-FFF2-40B4-BE49-F238E27FC236}">
                            <a16:creationId xmlns:a16="http://schemas.microsoft.com/office/drawing/2014/main" id="{D346B525-020E-B17B-6D34-FECFD8CB67D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992889" y="4453120"/>
                        <a:ext cx="1637443" cy="6701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Bef>
                            <a:spcPts val="1200"/>
                          </a:spcBef>
                        </a:pPr>
                        <a:r>
                          <a:rPr lang="pt-BR" sz="1800" kern="100" spc="-150">
                            <a:solidFill>
                              <a:srgbClr val="00B0F0"/>
                            </a:solidFill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Interface de Usuário</a:t>
                        </a:r>
                        <a:endParaRPr lang="pt-BR" sz="1800" kern="100" spc="-150">
                          <a:solidFill>
                            <a:srgbClr val="00B0F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7" name="CaixaDeTexto 16">
                        <a:extLst>
                          <a:ext uri="{FF2B5EF4-FFF2-40B4-BE49-F238E27FC236}">
                            <a16:creationId xmlns:a16="http://schemas.microsoft.com/office/drawing/2014/main" id="{EE7930D6-9CB5-3CC8-A79B-47F4DD38741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28009" y="465559"/>
                        <a:ext cx="5274576" cy="175432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teve origem como um conjunto de temas e aplicativos para o Ubuntu, mas evoluiu para se tornar sua própria distribuição Linux independente, com o objetivo de criar um ambiente de desktop elegante e amigável para os usuários. Ele introduziu o ambiente de desktop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Pantheon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e lançou várias versões, mantendo um forte foco na usabilidade e no design. Financiou seu desenvolvimento por meio de recompensas e doações da comunidade e baseou-se nas versões LTS do Ubuntu para garantir estabilidade e suporte de longo prazo.</a:t>
                        </a:r>
                        <a:endPara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8" name="CaixaDeTexto 17">
                        <a:extLst>
                          <a:ext uri="{FF2B5EF4-FFF2-40B4-BE49-F238E27FC236}">
                            <a16:creationId xmlns:a16="http://schemas.microsoft.com/office/drawing/2014/main" id="{0E7A3EAC-F798-865B-69A2-F549F621661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31776" y="2265026"/>
                        <a:ext cx="5333722" cy="212365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é uma distribuição Linux que tem como principal objetivo oferecer uma experiência de sistema operacional elegante e fácil de usar para os usuários. Sua finalidade inclui a ênfase na usabilidade e no design elegante, facilitando tarefas cotidianas. A distribuição é baseada em versões LTS do Ubuntu para garantir estabilidade e confiabilidade a longo prazo. O projeto desenvolve seu ambiente de desktop personalizado, 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Pantheon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, e aplicativos exclusivos para fornecer uma experiência consistente. Além disso, 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promove o software de código aberto, incentiva a contribuição da comunidade e busca ampliar o ecossistema Linux, oferecendo uma alternativa atraente para os usuários.</a:t>
                        </a:r>
                        <a:endPara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" name="CaixaDeTexto 18">
                        <a:extLst>
                          <a:ext uri="{FF2B5EF4-FFF2-40B4-BE49-F238E27FC236}">
                            <a16:creationId xmlns:a16="http://schemas.microsoft.com/office/drawing/2014/main" id="{B6807950-AEEA-7A1B-5FEE-16EB95A6611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92874" y="4388684"/>
                        <a:ext cx="5274576" cy="193899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A interface de usuário do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é um destaque da distribuição Linux, caracterizada por seu design elegante e amigável. Utiliza o ambiente de desktop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Pantheon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, que é minimalista e intuitivo, com uma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dock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na parte inferior para acesso rápido a aplicativos. Possui um menu de aplicativos organizado de forma intuitiva e oferece suporte a gestos multitoque. A filosofia de design coeso se reflete em todos os aplicativos nativos, proporcionando uma experiência consistente. Além disso, possui uma Central de Configurações para personalização e simplifica a experiência do usuário, enfatizando a beleza e a simplicidade.</a:t>
                        </a:r>
                        <a:endPara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</p:grpSp>
              <p:grpSp>
                <p:nvGrpSpPr>
                  <p:cNvPr id="46" name="Agrupar 45">
                    <a:extLst>
                      <a:ext uri="{FF2B5EF4-FFF2-40B4-BE49-F238E27FC236}">
                        <a16:creationId xmlns:a16="http://schemas.microsoft.com/office/drawing/2014/main" id="{68390CBD-420B-F819-47DE-543D08F66BAC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117600"/>
                    <a:ext cx="13575910" cy="8173667"/>
                    <a:chOff x="0" y="117600"/>
                    <a:chExt cx="13575910" cy="8173667"/>
                  </a:xfrm>
                </p:grpSpPr>
                <p:sp>
                  <p:nvSpPr>
                    <p:cNvPr id="45" name="Retângulo 44">
                      <a:extLst>
                        <a:ext uri="{FF2B5EF4-FFF2-40B4-BE49-F238E27FC236}">
                          <a16:creationId xmlns:a16="http://schemas.microsoft.com/office/drawing/2014/main" id="{FEF0D03B-6AA0-820F-5DB8-BEDFC23DD1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558" y="2300226"/>
                      <a:ext cx="3407419" cy="396546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 dirty="0"/>
                    </a:p>
                  </p:txBody>
                </p:sp>
                <p:sp>
                  <p:nvSpPr>
                    <p:cNvPr id="36" name="CaixaDeTexto 35">
                      <a:extLst>
                        <a:ext uri="{FF2B5EF4-FFF2-40B4-BE49-F238E27FC236}">
                          <a16:creationId xmlns:a16="http://schemas.microsoft.com/office/drawing/2014/main" id="{A2944766-FCA3-0639-A941-F43C5B706D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117600"/>
                      <a:ext cx="12668753" cy="178510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pt-BR" sz="11000" b="1" spc="-30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ELEMENTERY OS</a:t>
                      </a:r>
                      <a:endParaRPr lang="pt-BR" sz="11000" spc="-300" dirty="0">
                        <a:solidFill>
                          <a:srgbClr val="00B0F0"/>
                        </a:solidFill>
                      </a:endParaRPr>
                    </a:p>
                  </p:txBody>
                </p:sp>
                <p:pic>
                  <p:nvPicPr>
                    <p:cNvPr id="37" name="Imagem 36" descr="Ícone&#10;&#10;Descrição gerada automaticamente">
                      <a:extLst>
                        <a:ext uri="{FF2B5EF4-FFF2-40B4-BE49-F238E27FC236}">
                          <a16:creationId xmlns:a16="http://schemas.microsoft.com/office/drawing/2014/main" id="{6D5A718C-B758-5022-9E22-83FE5CA3DCB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305893" y="3021250"/>
                      <a:ext cx="5270017" cy="5270017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9" name="CaixaDeTexto 38">
                      <a:extLst>
                        <a:ext uri="{FF2B5EF4-FFF2-40B4-BE49-F238E27FC236}">
                          <a16:creationId xmlns:a16="http://schemas.microsoft.com/office/drawing/2014/main" id="{584C01C7-81CA-BC9E-C89D-527E968688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3414" y="2300226"/>
                      <a:ext cx="3391563" cy="36354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r>
                        <a:rPr lang="pt-BR" sz="2000" b="1" kern="100" spc="-150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Gerenciador de Pacotes</a:t>
                      </a:r>
                      <a:endParaRPr lang="pt-BR" sz="2000" b="1" kern="100" spc="-15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endParaRPr lang="pt-BR" sz="1200" b="1" kern="100" spc="-150" dirty="0">
                        <a:solidFill>
                          <a:srgbClr val="00B0F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OS, uma distribuição Linux baseada no Ubuntu, utiliza o gerenciador de pacotes "APT" (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Advanced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Package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Tool) como seu sistema principal de gerenciamento de pacotes. Isso permite que os usuários instalem, atualizem e removam pacotes de software facilmente por meio de comandos na linha de comando. Além disso, 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 oferece uma interface gráfica chamada "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AppCenter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," uma loja de aplicativos que simplifica a instalação e atualização de software, proporcionando uma experiência intuitiva e integrada ao ambiente de desktop do sistema.</a:t>
                      </a:r>
                      <a:endParaRPr lang="pt-BR" sz="1200" dirty="0">
                        <a:solidFill>
                          <a:srgbClr val="00B0F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pt-BR" dirty="0"/>
                    </a:p>
                  </p:txBody>
                </p:sp>
                <p:sp>
                  <p:nvSpPr>
                    <p:cNvPr id="40" name="Retângulo 39">
                      <a:extLst>
                        <a:ext uri="{FF2B5EF4-FFF2-40B4-BE49-F238E27FC236}">
                          <a16:creationId xmlns:a16="http://schemas.microsoft.com/office/drawing/2014/main" id="{C09C332D-8FB0-5447-E5C0-4EFCA51290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8113" y="2300226"/>
                      <a:ext cx="3407419" cy="396546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 dirty="0"/>
                    </a:p>
                  </p:txBody>
                </p:sp>
                <p:sp>
                  <p:nvSpPr>
                    <p:cNvPr id="41" name="CaixaDeTexto 40">
                      <a:extLst>
                        <a:ext uri="{FF2B5EF4-FFF2-40B4-BE49-F238E27FC236}">
                          <a16:creationId xmlns:a16="http://schemas.microsoft.com/office/drawing/2014/main" id="{FC9320A9-B21D-2F6A-D89B-F64A2BC707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78113" y="2393492"/>
                      <a:ext cx="3407419" cy="39388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r>
                        <a:rPr lang="pt-BR" b="1" kern="100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Comunidade e suporte</a:t>
                      </a:r>
                      <a:endParaRPr lang="pt-BR" b="1" kern="100" dirty="0">
                        <a:solidFill>
                          <a:srgbClr val="00B0F0"/>
                        </a:solidFill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endParaRPr lang="pt-BR" sz="1000" b="1" kern="100" spc="-15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just"/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comunidade e o suporte em torno do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OS, uma distribuição Linux, são robustos e abrangentes. Os recursos incluem um site oficial com documentação detalhada, um fórum comunitário para discussões e suporte, blogs e redes sociais onde os usuários compartilham informações, GitHub para colaboração no desenvolvimento, suporte técnico pago para necessidades específicas, além da riqueza de recursos e suporte relacionados ao Ubuntu, no qual 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 é baseado. A comunidade também promove o envolvimento de desenvolvedores por meio de recompensas, incentivando o crescimento e aprimoramento contínuo do sistema.</a:t>
                      </a:r>
                      <a:endParaRPr lang="pt-BR" sz="1200" dirty="0">
                        <a:solidFill>
                          <a:srgbClr val="00B0F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pt-BR" dirty="0"/>
                    </a:p>
                  </p:txBody>
                </p:sp>
              </p:grpSp>
            </p:grpSp>
            <p:grpSp>
              <p:nvGrpSpPr>
                <p:cNvPr id="58" name="Agrupar 57">
                  <a:extLst>
                    <a:ext uri="{FF2B5EF4-FFF2-40B4-BE49-F238E27FC236}">
                      <a16:creationId xmlns:a16="http://schemas.microsoft.com/office/drawing/2014/main" id="{D2E32B0F-A8E9-C56C-EFA2-08BD47415305}"/>
                    </a:ext>
                  </a:extLst>
                </p:cNvPr>
                <p:cNvGrpSpPr/>
                <p:nvPr/>
              </p:nvGrpSpPr>
              <p:grpSpPr>
                <a:xfrm>
                  <a:off x="-256944" y="-77338"/>
                  <a:ext cx="12803008" cy="6972300"/>
                  <a:chOff x="-256944" y="-77338"/>
                  <a:chExt cx="12803008" cy="6972300"/>
                </a:xfrm>
              </p:grpSpPr>
              <p:sp>
                <p:nvSpPr>
                  <p:cNvPr id="48" name="Retângulo 47">
                    <a:extLst>
                      <a:ext uri="{FF2B5EF4-FFF2-40B4-BE49-F238E27FC236}">
                        <a16:creationId xmlns:a16="http://schemas.microsoft.com/office/drawing/2014/main" id="{CE7D2740-C273-1695-2FDA-8C97E1AF77D5}"/>
                      </a:ext>
                    </a:extLst>
                  </p:cNvPr>
                  <p:cNvSpPr/>
                  <p:nvPr/>
                </p:nvSpPr>
                <p:spPr>
                  <a:xfrm>
                    <a:off x="5026782" y="550948"/>
                    <a:ext cx="7519282" cy="5987973"/>
                  </a:xfrm>
                  <a:prstGeom prst="rect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49" name="Retângulo: Cantos Arredondados 48">
                    <a:extLst>
                      <a:ext uri="{FF2B5EF4-FFF2-40B4-BE49-F238E27FC236}">
                        <a16:creationId xmlns:a16="http://schemas.microsoft.com/office/drawing/2014/main" id="{4792C279-B417-5E39-051A-6953883CD05B}"/>
                      </a:ext>
                    </a:extLst>
                  </p:cNvPr>
                  <p:cNvSpPr/>
                  <p:nvPr/>
                </p:nvSpPr>
                <p:spPr>
                  <a:xfrm>
                    <a:off x="-210486" y="-77338"/>
                    <a:ext cx="3009184" cy="6972300"/>
                  </a:xfrm>
                  <a:prstGeom prst="roundRect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50" name="CaixaDeTexto 49">
                    <a:extLst>
                      <a:ext uri="{FF2B5EF4-FFF2-40B4-BE49-F238E27FC236}">
                        <a16:creationId xmlns:a16="http://schemas.microsoft.com/office/drawing/2014/main" id="{574D4C04-7D2B-1AC4-B9B0-D6276A3BE362}"/>
                      </a:ext>
                    </a:extLst>
                  </p:cNvPr>
                  <p:cNvSpPr txBox="1"/>
                  <p:nvPr/>
                </p:nvSpPr>
                <p:spPr>
                  <a:xfrm>
                    <a:off x="-256944" y="1400238"/>
                    <a:ext cx="3767145" cy="27084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85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ARCH LINUX</a:t>
                    </a:r>
                    <a:endParaRPr lang="pt-BR" sz="8500" b="1" spc="-300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1" name="CaixaDeTexto 50">
                    <a:extLst>
                      <a:ext uri="{FF2B5EF4-FFF2-40B4-BE49-F238E27FC236}">
                        <a16:creationId xmlns:a16="http://schemas.microsoft.com/office/drawing/2014/main" id="{6382F21A-0533-B857-A732-EB1AF64F28AE}"/>
                      </a:ext>
                    </a:extLst>
                  </p:cNvPr>
                  <p:cNvSpPr txBox="1"/>
                  <p:nvPr/>
                </p:nvSpPr>
                <p:spPr>
                  <a:xfrm>
                    <a:off x="4519451" y="664314"/>
                    <a:ext cx="3996444" cy="5539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3000" b="1" spc="-3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História e Origens</a:t>
                    </a:r>
                  </a:p>
                </p:txBody>
              </p:sp>
              <p:sp>
                <p:nvSpPr>
                  <p:cNvPr id="52" name="CaixaDeTexto 51">
                    <a:extLst>
                      <a:ext uri="{FF2B5EF4-FFF2-40B4-BE49-F238E27FC236}">
                        <a16:creationId xmlns:a16="http://schemas.microsoft.com/office/drawing/2014/main" id="{E15AF1AA-6D54-E572-806B-C312D21A265F}"/>
                      </a:ext>
                    </a:extLst>
                  </p:cNvPr>
                  <p:cNvSpPr txBox="1"/>
                  <p:nvPr/>
                </p:nvSpPr>
                <p:spPr>
                  <a:xfrm>
                    <a:off x="5044077" y="1313880"/>
                    <a:ext cx="7058498" cy="11695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pt-BR" sz="1400" b="1" i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 Arch Linux é uma distribuição Linux que foi criada por Judd Vinet no ano 2002. A motivação por trás do Arch era fornecer uma plataforma simples e leve, mantendo o controle nas mãos dos usuários para criar um sistema Linux altamente personalizado. A filosofia fundamental do Arch Linux é a simplicidade, elegância e código limpo.</a:t>
                    </a:r>
                    <a:r>
                      <a:rPr lang="pt-BR" sz="1400" b="0" i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 </a:t>
                    </a:r>
                    <a:endParaRPr lang="pt-BR" sz="140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3" name="CaixaDeTexto 52">
                    <a:extLst>
                      <a:ext uri="{FF2B5EF4-FFF2-40B4-BE49-F238E27FC236}">
                        <a16:creationId xmlns:a16="http://schemas.microsoft.com/office/drawing/2014/main" id="{A557892A-7E5C-519E-0F17-F17BFB89540C}"/>
                      </a:ext>
                    </a:extLst>
                  </p:cNvPr>
                  <p:cNvSpPr txBox="1"/>
                  <p:nvPr/>
                </p:nvSpPr>
                <p:spPr>
                  <a:xfrm>
                    <a:off x="4568664" y="2374883"/>
                    <a:ext cx="3996444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3200" b="1" i="0" spc="-300" dirty="0">
                        <a:solidFill>
                          <a:srgbClr val="000000"/>
                        </a:solidFill>
                        <a:effectLst/>
                        <a:latin typeface="WordVisi_MSFontService"/>
                      </a:rPr>
                      <a:t>Objetivo e finalidade</a:t>
                    </a:r>
                    <a:endParaRPr lang="pt-BR" sz="3000" b="1" spc="-3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4" name="CaixaDeTexto 53">
                    <a:extLst>
                      <a:ext uri="{FF2B5EF4-FFF2-40B4-BE49-F238E27FC236}">
                        <a16:creationId xmlns:a16="http://schemas.microsoft.com/office/drawing/2014/main" id="{0D9FDA09-62E3-6E70-DF34-FA6AF166E149}"/>
                      </a:ext>
                    </a:extLst>
                  </p:cNvPr>
                  <p:cNvSpPr txBox="1"/>
                  <p:nvPr/>
                </p:nvSpPr>
                <p:spPr>
                  <a:xfrm>
                    <a:off x="5093290" y="3024449"/>
                    <a:ext cx="7058498" cy="11695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pt-BR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 Arch Linux é uma distribuição de sistema operacional Linux que se destaca por sua simplicidade, alto grau de personalização e atualizações contínuas. Seus principais objetivos são permitir que os usuários construam sistemas personalizados, aprender mais sobre Linux e manter um sistema eficiente. É apreciado por sua comunidade ativa e rapidez de inicialização</a:t>
                    </a:r>
                    <a:endParaRPr lang="pt-BR" sz="14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5" name="CaixaDeTexto 54">
                    <a:extLst>
                      <a:ext uri="{FF2B5EF4-FFF2-40B4-BE49-F238E27FC236}">
                        <a16:creationId xmlns:a16="http://schemas.microsoft.com/office/drawing/2014/main" id="{9EA179D9-2F3D-48EF-8E17-A3B1D5C65145}"/>
                      </a:ext>
                    </a:extLst>
                  </p:cNvPr>
                  <p:cNvSpPr txBox="1"/>
                  <p:nvPr/>
                </p:nvSpPr>
                <p:spPr>
                  <a:xfrm>
                    <a:off x="4585045" y="4245561"/>
                    <a:ext cx="3996444" cy="5539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3000" b="1" i="0" spc="-3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Interface de usuário</a:t>
                    </a:r>
                    <a:r>
                      <a:rPr lang="pt-BR" sz="3000" b="0" i="0" spc="-3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 </a:t>
                    </a:r>
                    <a:endParaRPr lang="pt-BR" sz="3000" b="1" spc="-3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" name="CaixaDeTexto 55">
                    <a:extLst>
                      <a:ext uri="{FF2B5EF4-FFF2-40B4-BE49-F238E27FC236}">
                        <a16:creationId xmlns:a16="http://schemas.microsoft.com/office/drawing/2014/main" id="{04202BB4-163C-B6AC-5D54-648B40C49A1C}"/>
                      </a:ext>
                    </a:extLst>
                  </p:cNvPr>
                  <p:cNvSpPr txBox="1"/>
                  <p:nvPr/>
                </p:nvSpPr>
                <p:spPr>
                  <a:xfrm>
                    <a:off x="5109671" y="4895127"/>
                    <a:ext cx="7058498" cy="16004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pt-BR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 Arch Linux não inclui uma interface de usuário gráfica por padrão, permitindo que os usuários escolham e instalem sua interface preferida. Essa abordagem minimalista reflete a filosofia "faça você mesmo" da distribuição, onde os usuários têm controle total sobre a configuração do sistema. Populares opções incluem KDE Plasma, GNOME, </a:t>
                    </a:r>
                    <a:r>
                      <a:rPr lang="pt-BR" sz="1400" b="1" i="0" dirty="0" err="1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Xfce</a:t>
                    </a:r>
                    <a:r>
                      <a:rPr lang="pt-BR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, e gerenciadores de janelas minimalistas como i3. A instalação e configuração da interface são personalizadas, exigindo um nível mais avançado de conhecimento técnico por parte do usuário.</a:t>
                    </a:r>
                    <a:r>
                      <a:rPr lang="pt-BR" sz="1400" b="0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 </a:t>
                    </a:r>
                    <a:endParaRPr lang="pt-BR" sz="1400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pic>
                <p:nvPicPr>
                  <p:cNvPr id="57" name="Imagem 56" descr="Ícone&#10;&#10;Descrição gerada automaticamente">
                    <a:extLst>
                      <a:ext uri="{FF2B5EF4-FFF2-40B4-BE49-F238E27FC236}">
                        <a16:creationId xmlns:a16="http://schemas.microsoft.com/office/drawing/2014/main" id="{18822738-E9B9-7741-0008-8778AF2824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551047" y="5695346"/>
                    <a:ext cx="1041148" cy="104114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74" name="Agrupar 73">
                <a:extLst>
                  <a:ext uri="{FF2B5EF4-FFF2-40B4-BE49-F238E27FC236}">
                    <a16:creationId xmlns:a16="http://schemas.microsoft.com/office/drawing/2014/main" id="{330E72FF-8AAE-0B0D-9B4E-46051B86D66A}"/>
                  </a:ext>
                </a:extLst>
              </p:cNvPr>
              <p:cNvGrpSpPr/>
              <p:nvPr/>
            </p:nvGrpSpPr>
            <p:grpSpPr>
              <a:xfrm>
                <a:off x="-1" y="0"/>
                <a:ext cx="12192001" cy="6858000"/>
                <a:chOff x="-1" y="0"/>
                <a:chExt cx="12192001" cy="6858000"/>
              </a:xfrm>
            </p:grpSpPr>
            <p:sp>
              <p:nvSpPr>
                <p:cNvPr id="60" name="Retângulo 59">
                  <a:extLst>
                    <a:ext uri="{FF2B5EF4-FFF2-40B4-BE49-F238E27FC236}">
                      <a16:creationId xmlns:a16="http://schemas.microsoft.com/office/drawing/2014/main" id="{D5A331D9-6F87-35EB-0092-CA2E1B559A0C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12192001" cy="685800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61" name="Retângulo 60">
                  <a:extLst>
                    <a:ext uri="{FF2B5EF4-FFF2-40B4-BE49-F238E27FC236}">
                      <a16:creationId xmlns:a16="http://schemas.microsoft.com/office/drawing/2014/main" id="{6C2BE56C-C744-7D3C-8265-63F1877F3EFD}"/>
                    </a:ext>
                  </a:extLst>
                </p:cNvPr>
                <p:cNvSpPr/>
                <p:nvPr/>
              </p:nvSpPr>
              <p:spPr>
                <a:xfrm>
                  <a:off x="361447" y="324480"/>
                  <a:ext cx="4457133" cy="58039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2" name="Triângulo isósceles 61">
                  <a:extLst>
                    <a:ext uri="{FF2B5EF4-FFF2-40B4-BE49-F238E27FC236}">
                      <a16:creationId xmlns:a16="http://schemas.microsoft.com/office/drawing/2014/main" id="{E731AF40-9B0E-35E0-5D06-AD543A207D16}"/>
                    </a:ext>
                  </a:extLst>
                </p:cNvPr>
                <p:cNvSpPr/>
                <p:nvPr/>
              </p:nvSpPr>
              <p:spPr>
                <a:xfrm rot="16200000">
                  <a:off x="3856017" y="2819383"/>
                  <a:ext cx="1587943" cy="842594"/>
                </a:xfrm>
                <a:prstGeom prst="triangl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63" name="CaixaDeTexto 62">
                  <a:extLst>
                    <a:ext uri="{FF2B5EF4-FFF2-40B4-BE49-F238E27FC236}">
                      <a16:creationId xmlns:a16="http://schemas.microsoft.com/office/drawing/2014/main" id="{7F8B75E1-2FB0-5FBE-54CD-93E8D5282E31}"/>
                    </a:ext>
                  </a:extLst>
                </p:cNvPr>
                <p:cNvSpPr txBox="1"/>
                <p:nvPr/>
              </p:nvSpPr>
              <p:spPr>
                <a:xfrm>
                  <a:off x="232231" y="1441422"/>
                  <a:ext cx="4475395" cy="5170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1000" b="1" i="0" spc="-300" dirty="0">
                      <a:solidFill>
                        <a:srgbClr val="00B0F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ARCH LINUX</a:t>
                  </a:r>
                  <a:r>
                    <a:rPr lang="pt-BR" sz="11000" b="1" i="0" spc="-30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 </a:t>
                  </a:r>
                  <a:endParaRPr lang="pt-BR" sz="11000" b="1" spc="-3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64" name="Imagem 63" descr="Ícone&#10;&#10;Descrição gerada automaticamente">
                  <a:extLst>
                    <a:ext uri="{FF2B5EF4-FFF2-40B4-BE49-F238E27FC236}">
                      <a16:creationId xmlns:a16="http://schemas.microsoft.com/office/drawing/2014/main" id="{016F52DA-AA66-401D-ACF8-B9D361D345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40488" y="5742542"/>
                  <a:ext cx="1041148" cy="1041148"/>
                </a:xfrm>
                <a:prstGeom prst="rect">
                  <a:avLst/>
                </a:prstGeom>
              </p:spPr>
            </p:pic>
            <p:sp>
              <p:nvSpPr>
                <p:cNvPr id="65" name="CaixaDeTexto 64">
                  <a:extLst>
                    <a:ext uri="{FF2B5EF4-FFF2-40B4-BE49-F238E27FC236}">
                      <a16:creationId xmlns:a16="http://schemas.microsoft.com/office/drawing/2014/main" id="{43731869-86A5-A88E-0E24-0073A720192D}"/>
                    </a:ext>
                  </a:extLst>
                </p:cNvPr>
                <p:cNvSpPr txBox="1"/>
                <p:nvPr/>
              </p:nvSpPr>
              <p:spPr>
                <a:xfrm>
                  <a:off x="5157535" y="701767"/>
                  <a:ext cx="673549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4000" b="1" i="0" spc="-30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GERENCIADOR DE PACOTES</a:t>
                  </a:r>
                  <a:endParaRPr lang="pt-BR" sz="4000" spc="-3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" name="CaixaDeTexto 65">
                  <a:extLst>
                    <a:ext uri="{FF2B5EF4-FFF2-40B4-BE49-F238E27FC236}">
                      <a16:creationId xmlns:a16="http://schemas.microsoft.com/office/drawing/2014/main" id="{781693ED-BF02-EEFB-81FA-372D040C104B}"/>
                    </a:ext>
                  </a:extLst>
                </p:cNvPr>
                <p:cNvSpPr txBox="1"/>
                <p:nvPr/>
              </p:nvSpPr>
              <p:spPr>
                <a:xfrm>
                  <a:off x="4995370" y="1355156"/>
                  <a:ext cx="6387979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O Arch Linux utiliza o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Pacman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como seu gerenciador de pacotes padrão. O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Pacman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é conhecido por sua simplicidade e eficiência, facilitando a instalação, remoção e atualização de software. Ele gerencia dependências automaticamente, suporta o modelo de "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rolling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release" do Arch e permite aos usuários compilar pacotes a partir do código-fonte. O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Pacman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é uma ferramenta essencial para a gestão de software no Arch Linux, proporcionando uma experiência direta e poderosa.</a:t>
                  </a:r>
                  <a:endParaRPr lang="pt-BR" sz="1500" spc="-1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CaixaDeTexto 66">
                  <a:extLst>
                    <a:ext uri="{FF2B5EF4-FFF2-40B4-BE49-F238E27FC236}">
                      <a16:creationId xmlns:a16="http://schemas.microsoft.com/office/drawing/2014/main" id="{1AC99277-49EC-7423-BA5F-09F8CC36D406}"/>
                    </a:ext>
                  </a:extLst>
                </p:cNvPr>
                <p:cNvSpPr txBox="1"/>
                <p:nvPr/>
              </p:nvSpPr>
              <p:spPr>
                <a:xfrm>
                  <a:off x="5236257" y="3325697"/>
                  <a:ext cx="638622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4000" b="1" i="0" spc="-30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COMUNIDADE E SUPORTE </a:t>
                  </a:r>
                  <a:endParaRPr lang="pt-BR" sz="4000" b="1" spc="-3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" name="CaixaDeTexto 67">
                  <a:extLst>
                    <a:ext uri="{FF2B5EF4-FFF2-40B4-BE49-F238E27FC236}">
                      <a16:creationId xmlns:a16="http://schemas.microsoft.com/office/drawing/2014/main" id="{9BE6407F-1CD3-3D7C-9099-9C1F61D6A035}"/>
                    </a:ext>
                  </a:extLst>
                </p:cNvPr>
                <p:cNvSpPr txBox="1"/>
                <p:nvPr/>
              </p:nvSpPr>
              <p:spPr>
                <a:xfrm>
                  <a:off x="5065094" y="4033583"/>
                  <a:ext cx="6387979" cy="1754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 rtl="0" fontAlgn="base"/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A comunidade do Arch Linux desempenha um papel fundamental no suporte e desenvolvimento da distribuição. A extensa Arch Wiki, fóruns ativos, canais de IRC e listas de discussão proporcionam recursos valiosos para os usuários. O Arch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User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Repository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(AUR), mantido pela comunidade, permite a instalação de pacotes não oficiais. A comunidade contribui significativamente para a documentação, suporte e manutenção, tornando-se uma parte vital da experiência do Arch Linux. </a:t>
                  </a:r>
                </a:p>
                <a:p>
                  <a:pPr algn="ctr" rtl="0" fontAlgn="base"/>
                  <a:r>
                    <a:rPr lang="pt-BR" sz="1800" b="0" i="0" dirty="0"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</a:rPr>
                    <a:t> </a:t>
                  </a:r>
                  <a:endParaRPr lang="pt-BR" sz="1600" b="0" i="0" dirty="0">
                    <a:solidFill>
                      <a:srgbClr val="000000"/>
                    </a:solidFill>
                    <a:effectLst/>
                    <a:latin typeface="Segoe UI" panose="020B0502040204020203" pitchFamily="34" charset="0"/>
                  </a:endParaRPr>
                </a:p>
              </p:txBody>
            </p:sp>
          </p:grpSp>
        </p:grpSp>
        <p:sp>
          <p:nvSpPr>
            <p:cNvPr id="76" name="Retângulo 75">
              <a:extLst>
                <a:ext uri="{FF2B5EF4-FFF2-40B4-BE49-F238E27FC236}">
                  <a16:creationId xmlns:a16="http://schemas.microsoft.com/office/drawing/2014/main" id="{7F7502D5-CC17-54AE-C087-BF9AECB68F84}"/>
                </a:ext>
              </a:extLst>
            </p:cNvPr>
            <p:cNvSpPr/>
            <p:nvPr/>
          </p:nvSpPr>
          <p:spPr>
            <a:xfrm>
              <a:off x="2220335" y="3727391"/>
              <a:ext cx="7969039" cy="356409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7" name="CaixaDeTexto 76">
              <a:extLst>
                <a:ext uri="{FF2B5EF4-FFF2-40B4-BE49-F238E27FC236}">
                  <a16:creationId xmlns:a16="http://schemas.microsoft.com/office/drawing/2014/main" id="{A84B6C15-3456-EBE1-C8EE-459F28DBC769}"/>
                </a:ext>
              </a:extLst>
            </p:cNvPr>
            <p:cNvSpPr txBox="1"/>
            <p:nvPr/>
          </p:nvSpPr>
          <p:spPr>
            <a:xfrm>
              <a:off x="3392413" y="1362712"/>
              <a:ext cx="5900818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0000" b="1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7876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Agrupar 78">
            <a:extLst>
              <a:ext uri="{FF2B5EF4-FFF2-40B4-BE49-F238E27FC236}">
                <a16:creationId xmlns:a16="http://schemas.microsoft.com/office/drawing/2014/main" id="{D996EDD7-661A-71EC-0E4D-EA59234CE7D9}"/>
              </a:ext>
            </a:extLst>
          </p:cNvPr>
          <p:cNvGrpSpPr/>
          <p:nvPr/>
        </p:nvGrpSpPr>
        <p:grpSpPr>
          <a:xfrm>
            <a:off x="-423858" y="-7855256"/>
            <a:ext cx="13995595" cy="42448967"/>
            <a:chOff x="-481008" y="-37916156"/>
            <a:chExt cx="13995595" cy="42448967"/>
          </a:xfrm>
        </p:grpSpPr>
        <p:grpSp>
          <p:nvGrpSpPr>
            <p:cNvPr id="75" name="Agrupar 74">
              <a:extLst>
                <a:ext uri="{FF2B5EF4-FFF2-40B4-BE49-F238E27FC236}">
                  <a16:creationId xmlns:a16="http://schemas.microsoft.com/office/drawing/2014/main" id="{80A26B30-5698-F153-F152-355FDFC44867}"/>
                </a:ext>
              </a:extLst>
            </p:cNvPr>
            <p:cNvGrpSpPr/>
            <p:nvPr/>
          </p:nvGrpSpPr>
          <p:grpSpPr>
            <a:xfrm>
              <a:off x="-481008" y="-37916156"/>
              <a:ext cx="13995595" cy="37868078"/>
              <a:chOff x="-466494" y="-31010078"/>
              <a:chExt cx="13995595" cy="37868078"/>
            </a:xfrm>
          </p:grpSpPr>
          <p:grpSp>
            <p:nvGrpSpPr>
              <p:cNvPr id="59" name="Agrupar 58">
                <a:extLst>
                  <a:ext uri="{FF2B5EF4-FFF2-40B4-BE49-F238E27FC236}">
                    <a16:creationId xmlns:a16="http://schemas.microsoft.com/office/drawing/2014/main" id="{524B5DE6-E9E7-7C4B-93A8-B073DA8AC9BE}"/>
                  </a:ext>
                </a:extLst>
              </p:cNvPr>
              <p:cNvGrpSpPr/>
              <p:nvPr/>
            </p:nvGrpSpPr>
            <p:grpSpPr>
              <a:xfrm>
                <a:off x="-466494" y="-31010078"/>
                <a:ext cx="13995595" cy="30819578"/>
                <a:chOff x="-256944" y="-23924616"/>
                <a:chExt cx="13995595" cy="30819578"/>
              </a:xfrm>
            </p:grpSpPr>
            <p:grpSp>
              <p:nvGrpSpPr>
                <p:cNvPr id="47" name="Agrupar 46">
                  <a:extLst>
                    <a:ext uri="{FF2B5EF4-FFF2-40B4-BE49-F238E27FC236}">
                      <a16:creationId xmlns:a16="http://schemas.microsoft.com/office/drawing/2014/main" id="{D8172B1D-A05D-41B2-1C0C-32FDC6794791}"/>
                    </a:ext>
                  </a:extLst>
                </p:cNvPr>
                <p:cNvGrpSpPr/>
                <p:nvPr/>
              </p:nvGrpSpPr>
              <p:grpSpPr>
                <a:xfrm>
                  <a:off x="0" y="-23924616"/>
                  <a:ext cx="13738651" cy="24138683"/>
                  <a:chOff x="-162741" y="-15847416"/>
                  <a:chExt cx="13738651" cy="24138683"/>
                </a:xfrm>
              </p:grpSpPr>
              <p:grpSp>
                <p:nvGrpSpPr>
                  <p:cNvPr id="21" name="Agrupar 20">
                    <a:extLst>
                      <a:ext uri="{FF2B5EF4-FFF2-40B4-BE49-F238E27FC236}">
                        <a16:creationId xmlns:a16="http://schemas.microsoft.com/office/drawing/2014/main" id="{29F6C6DA-37A3-5F47-2D29-3B501A5B4E3C}"/>
                      </a:ext>
                    </a:extLst>
                  </p:cNvPr>
                  <p:cNvGrpSpPr/>
                  <p:nvPr/>
                </p:nvGrpSpPr>
                <p:grpSpPr>
                  <a:xfrm>
                    <a:off x="-162741" y="-15847416"/>
                    <a:ext cx="12354741" cy="15952284"/>
                    <a:chOff x="-162741" y="-7868698"/>
                    <a:chExt cx="12354741" cy="15952284"/>
                  </a:xfrm>
                </p:grpSpPr>
                <p:grpSp>
                  <p:nvGrpSpPr>
                    <p:cNvPr id="7" name="Agrupar 6">
                      <a:extLst>
                        <a:ext uri="{FF2B5EF4-FFF2-40B4-BE49-F238E27FC236}">
                          <a16:creationId xmlns:a16="http://schemas.microsoft.com/office/drawing/2014/main" id="{89550AB8-47D9-9D5C-0288-7121131D10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0753" y="-7868698"/>
                      <a:ext cx="12011247" cy="6858000"/>
                      <a:chOff x="180753" y="0"/>
                      <a:chExt cx="12011247" cy="6858000"/>
                    </a:xfrm>
                  </p:grpSpPr>
                  <p:pic>
                    <p:nvPicPr>
                      <p:cNvPr id="4" name="Imagem 3" descr="Ícone&#10;&#10;Descrição gerada automaticamente">
                        <a:extLst>
                          <a:ext uri="{FF2B5EF4-FFF2-40B4-BE49-F238E27FC236}">
                            <a16:creationId xmlns:a16="http://schemas.microsoft.com/office/drawing/2014/main" id="{F5C0BD21-9515-1BA3-CA2F-B93C50EC36A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80753" y="5603358"/>
                        <a:ext cx="1116419" cy="1116419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5" name="CaixaDeTexto 4">
                        <a:extLst>
                          <a:ext uri="{FF2B5EF4-FFF2-40B4-BE49-F238E27FC236}">
                            <a16:creationId xmlns:a16="http://schemas.microsoft.com/office/drawing/2014/main" id="{4C509044-28FD-7A04-2FCE-A2A2A648368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135265" y="0"/>
                        <a:ext cx="8892576" cy="68580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892576" h="6858000">
                            <a:moveTo>
                              <a:pt x="5396909" y="5119189"/>
                            </a:moveTo>
                            <a:lnTo>
                              <a:pt x="5573196" y="5119189"/>
                            </a:lnTo>
                            <a:lnTo>
                              <a:pt x="5569062" y="5120431"/>
                            </a:lnTo>
                            <a:cubicBezTo>
                              <a:pt x="5528931" y="5128839"/>
                              <a:pt x="5485058" y="5134725"/>
                              <a:pt x="5437445" y="5138088"/>
                            </a:cubicBezTo>
                            <a:lnTo>
                              <a:pt x="5396909" y="5139448"/>
                            </a:lnTo>
                            <a:close/>
                            <a:moveTo>
                              <a:pt x="0" y="5119189"/>
                            </a:moveTo>
                            <a:lnTo>
                              <a:pt x="5077232" y="5119189"/>
                            </a:lnTo>
                            <a:lnTo>
                              <a:pt x="5113977" y="5126789"/>
                            </a:lnTo>
                            <a:cubicBezTo>
                              <a:pt x="5178166" y="5136563"/>
                              <a:pt x="5252584" y="5141451"/>
                              <a:pt x="5337230" y="5141451"/>
                            </a:cubicBezTo>
                            <a:lnTo>
                              <a:pt x="5396909" y="5139448"/>
                            </a:lnTo>
                            <a:lnTo>
                              <a:pt x="5396909" y="5342473"/>
                            </a:lnTo>
                            <a:lnTo>
                              <a:pt x="0" y="5342473"/>
                            </a:lnTo>
                            <a:close/>
                            <a:moveTo>
                              <a:pt x="630393" y="3353002"/>
                            </a:moveTo>
                            <a:lnTo>
                              <a:pt x="988324" y="3353002"/>
                            </a:lnTo>
                            <a:lnTo>
                              <a:pt x="988324" y="4812541"/>
                            </a:lnTo>
                            <a:lnTo>
                              <a:pt x="1878316" y="4812541"/>
                            </a:lnTo>
                            <a:lnTo>
                              <a:pt x="1878316" y="5111220"/>
                            </a:lnTo>
                            <a:lnTo>
                              <a:pt x="630393" y="5111220"/>
                            </a:lnTo>
                            <a:close/>
                            <a:moveTo>
                              <a:pt x="6279052" y="3338491"/>
                            </a:moveTo>
                            <a:lnTo>
                              <a:pt x="6828041" y="4186160"/>
                            </a:lnTo>
                            <a:lnTo>
                              <a:pt x="6222218" y="5111220"/>
                            </a:lnTo>
                            <a:lnTo>
                              <a:pt x="6651494" y="5111220"/>
                            </a:lnTo>
                            <a:lnTo>
                              <a:pt x="7045703" y="4498141"/>
                            </a:lnTo>
                            <a:lnTo>
                              <a:pt x="7438701" y="5111220"/>
                            </a:lnTo>
                            <a:lnTo>
                              <a:pt x="7870396" y="5111220"/>
                            </a:lnTo>
                            <a:lnTo>
                              <a:pt x="7264573" y="4199462"/>
                            </a:lnTo>
                            <a:lnTo>
                              <a:pt x="7815981" y="3338491"/>
                            </a:lnTo>
                            <a:lnTo>
                              <a:pt x="7401215" y="3338491"/>
                            </a:lnTo>
                            <a:lnTo>
                              <a:pt x="7052958" y="3908038"/>
                            </a:lnTo>
                            <a:lnTo>
                              <a:pt x="6697445" y="3338491"/>
                            </a:lnTo>
                            <a:close/>
                            <a:moveTo>
                              <a:pt x="4609275" y="3338491"/>
                            </a:moveTo>
                            <a:lnTo>
                              <a:pt x="4967207" y="3338491"/>
                            </a:lnTo>
                            <a:lnTo>
                              <a:pt x="4967207" y="4298618"/>
                            </a:lnTo>
                            <a:cubicBezTo>
                              <a:pt x="4967207" y="4450981"/>
                              <a:pt x="4971640" y="4549735"/>
                              <a:pt x="4980508" y="4594879"/>
                            </a:cubicBezTo>
                            <a:cubicBezTo>
                              <a:pt x="4995825" y="4667433"/>
                              <a:pt x="5032303" y="4725678"/>
                              <a:pt x="5089943" y="4769613"/>
                            </a:cubicBezTo>
                            <a:cubicBezTo>
                              <a:pt x="5147583" y="4813548"/>
                              <a:pt x="5226385" y="4835516"/>
                              <a:pt x="5326347" y="4835516"/>
                            </a:cubicBezTo>
                            <a:lnTo>
                              <a:pt x="5396909" y="4831675"/>
                            </a:lnTo>
                            <a:lnTo>
                              <a:pt x="5396909" y="5119189"/>
                            </a:lnTo>
                            <a:lnTo>
                              <a:pt x="5077232" y="5119189"/>
                            </a:lnTo>
                            <a:lnTo>
                              <a:pt x="5025363" y="5108462"/>
                            </a:lnTo>
                            <a:cubicBezTo>
                              <a:pt x="4998382" y="5101131"/>
                              <a:pt x="4973958" y="5092578"/>
                              <a:pt x="4952091" y="5082803"/>
                            </a:cubicBezTo>
                            <a:cubicBezTo>
                              <a:pt x="4864624" y="5043705"/>
                              <a:pt x="4795496" y="4992917"/>
                              <a:pt x="4744708" y="4930440"/>
                            </a:cubicBezTo>
                            <a:cubicBezTo>
                              <a:pt x="4693921" y="4867964"/>
                              <a:pt x="4660466" y="4802464"/>
                              <a:pt x="4644343" y="4733941"/>
                            </a:cubicBezTo>
                            <a:cubicBezTo>
                              <a:pt x="4620964" y="4632366"/>
                              <a:pt x="4609275" y="4482421"/>
                              <a:pt x="4609275" y="4284108"/>
                            </a:cubicBezTo>
                            <a:close/>
                            <a:moveTo>
                              <a:pt x="2824621" y="3338491"/>
                            </a:moveTo>
                            <a:lnTo>
                              <a:pt x="3172879" y="3338491"/>
                            </a:lnTo>
                            <a:lnTo>
                              <a:pt x="3898416" y="4522326"/>
                            </a:lnTo>
                            <a:lnTo>
                              <a:pt x="3898416" y="3338491"/>
                            </a:lnTo>
                            <a:lnTo>
                              <a:pt x="4230954" y="3338491"/>
                            </a:lnTo>
                            <a:lnTo>
                              <a:pt x="4230954" y="5111220"/>
                            </a:lnTo>
                            <a:lnTo>
                              <a:pt x="3871813" y="5111220"/>
                            </a:lnTo>
                            <a:lnTo>
                              <a:pt x="3157159" y="3955198"/>
                            </a:lnTo>
                            <a:lnTo>
                              <a:pt x="3157159" y="5111220"/>
                            </a:lnTo>
                            <a:lnTo>
                              <a:pt x="2824621" y="5111220"/>
                            </a:lnTo>
                            <a:close/>
                            <a:moveTo>
                              <a:pt x="2124311" y="3338491"/>
                            </a:moveTo>
                            <a:lnTo>
                              <a:pt x="2482242" y="3338491"/>
                            </a:lnTo>
                            <a:lnTo>
                              <a:pt x="2482242" y="5111220"/>
                            </a:lnTo>
                            <a:lnTo>
                              <a:pt x="2124311" y="5111220"/>
                            </a:lnTo>
                            <a:close/>
                            <a:moveTo>
                              <a:pt x="3772172" y="2185129"/>
                            </a:moveTo>
                            <a:lnTo>
                              <a:pt x="3772172" y="2367443"/>
                            </a:lnTo>
                            <a:lnTo>
                              <a:pt x="3899606" y="2367443"/>
                            </a:lnTo>
                            <a:cubicBezTo>
                              <a:pt x="3949216" y="2367443"/>
                              <a:pt x="3980687" y="2366048"/>
                              <a:pt x="3994019" y="2363258"/>
                            </a:cubicBezTo>
                            <a:cubicBezTo>
                              <a:pt x="4014483" y="2359537"/>
                              <a:pt x="4031149" y="2350468"/>
                              <a:pt x="4044017" y="2336050"/>
                            </a:cubicBezTo>
                            <a:cubicBezTo>
                              <a:pt x="4056883" y="2321633"/>
                              <a:pt x="4063317" y="2302331"/>
                              <a:pt x="4063317" y="2278147"/>
                            </a:cubicBezTo>
                            <a:cubicBezTo>
                              <a:pt x="4063317" y="2257683"/>
                              <a:pt x="4058357" y="2240319"/>
                              <a:pt x="4048435" y="2226057"/>
                            </a:cubicBezTo>
                            <a:cubicBezTo>
                              <a:pt x="4038513" y="2211794"/>
                              <a:pt x="4024173" y="2201407"/>
                              <a:pt x="4005414" y="2194896"/>
                            </a:cubicBezTo>
                            <a:cubicBezTo>
                              <a:pt x="3986655" y="2188385"/>
                              <a:pt x="3945960" y="2185129"/>
                              <a:pt x="3883328" y="2185129"/>
                            </a:cubicBezTo>
                            <a:close/>
                            <a:moveTo>
                              <a:pt x="2819672" y="1915843"/>
                            </a:moveTo>
                            <a:lnTo>
                              <a:pt x="2819672" y="2088856"/>
                            </a:lnTo>
                            <a:lnTo>
                              <a:pt x="2921527" y="2088856"/>
                            </a:lnTo>
                            <a:cubicBezTo>
                              <a:pt x="2987569" y="2088856"/>
                              <a:pt x="3028807" y="2086066"/>
                              <a:pt x="3045240" y="2080484"/>
                            </a:cubicBezTo>
                            <a:cubicBezTo>
                              <a:pt x="3061673" y="2074903"/>
                              <a:pt x="3074541" y="2065291"/>
                              <a:pt x="3083842" y="2051649"/>
                            </a:cubicBezTo>
                            <a:cubicBezTo>
                              <a:pt x="3093144" y="2038006"/>
                              <a:pt x="3097795" y="2020953"/>
                              <a:pt x="3097795" y="2000489"/>
                            </a:cubicBezTo>
                            <a:cubicBezTo>
                              <a:pt x="3097795" y="1977545"/>
                              <a:pt x="3091671" y="1959019"/>
                              <a:pt x="3079424" y="1944911"/>
                            </a:cubicBezTo>
                            <a:cubicBezTo>
                              <a:pt x="3067176" y="1930803"/>
                              <a:pt x="3049891" y="1921889"/>
                              <a:pt x="3027567" y="1918169"/>
                            </a:cubicBezTo>
                            <a:cubicBezTo>
                              <a:pt x="3016405" y="1916618"/>
                              <a:pt x="2982918" y="1915843"/>
                              <a:pt x="2927108" y="1915843"/>
                            </a:cubicBezTo>
                            <a:close/>
                            <a:moveTo>
                              <a:pt x="647043" y="1915843"/>
                            </a:moveTo>
                            <a:lnTo>
                              <a:pt x="647043" y="2367443"/>
                            </a:lnTo>
                            <a:lnTo>
                              <a:pt x="749827" y="2367443"/>
                            </a:lnTo>
                            <a:cubicBezTo>
                              <a:pt x="788275" y="2367443"/>
                              <a:pt x="816024" y="2365273"/>
                              <a:pt x="833078" y="2360932"/>
                            </a:cubicBezTo>
                            <a:cubicBezTo>
                              <a:pt x="855402" y="2355351"/>
                              <a:pt x="873928" y="2345895"/>
                              <a:pt x="888656" y="2332562"/>
                            </a:cubicBezTo>
                            <a:cubicBezTo>
                              <a:pt x="903383" y="2319230"/>
                              <a:pt x="915398" y="2297293"/>
                              <a:pt x="924700" y="2266752"/>
                            </a:cubicBezTo>
                            <a:cubicBezTo>
                              <a:pt x="934002" y="2236212"/>
                              <a:pt x="938653" y="2194586"/>
                              <a:pt x="938653" y="2141876"/>
                            </a:cubicBezTo>
                            <a:cubicBezTo>
                              <a:pt x="938653" y="2089166"/>
                              <a:pt x="934002" y="2048703"/>
                              <a:pt x="924700" y="2020488"/>
                            </a:cubicBezTo>
                            <a:cubicBezTo>
                              <a:pt x="915398" y="1992273"/>
                              <a:pt x="902376" y="1970259"/>
                              <a:pt x="885633" y="1954445"/>
                            </a:cubicBezTo>
                            <a:cubicBezTo>
                              <a:pt x="868889" y="1938633"/>
                              <a:pt x="847650" y="1927936"/>
                              <a:pt x="821916" y="1922355"/>
                            </a:cubicBezTo>
                            <a:cubicBezTo>
                              <a:pt x="802692" y="1918014"/>
                              <a:pt x="765020" y="1915843"/>
                              <a:pt x="708899" y="1915843"/>
                            </a:cubicBezTo>
                            <a:close/>
                            <a:moveTo>
                              <a:pt x="3772172" y="1913983"/>
                            </a:moveTo>
                            <a:lnTo>
                              <a:pt x="3772172" y="2071648"/>
                            </a:lnTo>
                            <a:lnTo>
                              <a:pt x="3862399" y="2071648"/>
                            </a:lnTo>
                            <a:cubicBezTo>
                              <a:pt x="3916040" y="2071648"/>
                              <a:pt x="3949371" y="2070873"/>
                              <a:pt x="3962393" y="2069322"/>
                            </a:cubicBezTo>
                            <a:cubicBezTo>
                              <a:pt x="3985958" y="2066532"/>
                              <a:pt x="4004484" y="2058393"/>
                              <a:pt x="4017971" y="2044905"/>
                            </a:cubicBezTo>
                            <a:cubicBezTo>
                              <a:pt x="4031459" y="2031418"/>
                              <a:pt x="4038203" y="2013667"/>
                              <a:pt x="4038203" y="1991653"/>
                            </a:cubicBezTo>
                            <a:cubicBezTo>
                              <a:pt x="4038203" y="1970569"/>
                              <a:pt x="4032389" y="1953438"/>
                              <a:pt x="4020762" y="1940260"/>
                            </a:cubicBezTo>
                            <a:cubicBezTo>
                              <a:pt x="4009135" y="1927083"/>
                              <a:pt x="3991849" y="1919099"/>
                              <a:pt x="3968905" y="1916308"/>
                            </a:cubicBezTo>
                            <a:cubicBezTo>
                              <a:pt x="3955262" y="1914758"/>
                              <a:pt x="3916040" y="1913983"/>
                              <a:pt x="3851237" y="1913983"/>
                            </a:cubicBezTo>
                            <a:close/>
                            <a:moveTo>
                              <a:pt x="6261378" y="1906542"/>
                            </a:moveTo>
                            <a:cubicBezTo>
                              <a:pt x="6318119" y="1906542"/>
                              <a:pt x="6363620" y="1925765"/>
                              <a:pt x="6397882" y="1964212"/>
                            </a:cubicBezTo>
                            <a:cubicBezTo>
                              <a:pt x="6432143" y="2002660"/>
                              <a:pt x="6449274" y="2060951"/>
                              <a:pt x="6449274" y="2139085"/>
                            </a:cubicBezTo>
                            <a:cubicBezTo>
                              <a:pt x="6449274" y="2218150"/>
                              <a:pt x="6431678" y="2277449"/>
                              <a:pt x="6396486" y="2316981"/>
                            </a:cubicBezTo>
                            <a:cubicBezTo>
                              <a:pt x="6361295" y="2356514"/>
                              <a:pt x="6316259" y="2376280"/>
                              <a:pt x="6261378" y="2376280"/>
                            </a:cubicBezTo>
                            <a:cubicBezTo>
                              <a:pt x="6206498" y="2376280"/>
                              <a:pt x="6161229" y="2356359"/>
                              <a:pt x="6125573" y="2316517"/>
                            </a:cubicBezTo>
                            <a:cubicBezTo>
                              <a:pt x="6089916" y="2276674"/>
                              <a:pt x="6072088" y="2218150"/>
                              <a:pt x="6072088" y="2140946"/>
                            </a:cubicBezTo>
                            <a:cubicBezTo>
                              <a:pt x="6072088" y="2062501"/>
                              <a:pt x="6089451" y="2003822"/>
                              <a:pt x="6124177" y="1964910"/>
                            </a:cubicBezTo>
                            <a:cubicBezTo>
                              <a:pt x="6158904" y="1925998"/>
                              <a:pt x="6204638" y="1906542"/>
                              <a:pt x="6261378" y="1906542"/>
                            </a:cubicBezTo>
                            <a:close/>
                            <a:moveTo>
                              <a:pt x="5396909" y="1834569"/>
                            </a:moveTo>
                            <a:lnTo>
                              <a:pt x="5396909" y="2058963"/>
                            </a:lnTo>
                            <a:lnTo>
                              <a:pt x="5392959" y="2080513"/>
                            </a:lnTo>
                            <a:cubicBezTo>
                              <a:pt x="5390992" y="2098012"/>
                              <a:pt x="5390008" y="2116916"/>
                              <a:pt x="5390008" y="2137225"/>
                            </a:cubicBezTo>
                            <a:cubicBezTo>
                              <a:pt x="5390008" y="2158774"/>
                              <a:pt x="5390977" y="2178773"/>
                              <a:pt x="5392915" y="2197221"/>
                            </a:cubicBezTo>
                            <a:lnTo>
                              <a:pt x="5396909" y="2220441"/>
                            </a:lnTo>
                            <a:lnTo>
                              <a:pt x="5396909" y="2449061"/>
                            </a:lnTo>
                            <a:lnTo>
                              <a:pt x="5335593" y="2401162"/>
                            </a:lnTo>
                            <a:cubicBezTo>
                              <a:pt x="5277302" y="2339306"/>
                              <a:pt x="5248157" y="2254737"/>
                              <a:pt x="5248157" y="2147457"/>
                            </a:cubicBezTo>
                            <a:cubicBezTo>
                              <a:pt x="5248157" y="2033976"/>
                              <a:pt x="5277457" y="1945841"/>
                              <a:pt x="5336058" y="1883055"/>
                            </a:cubicBezTo>
                            <a:cubicBezTo>
                              <a:pt x="5350709" y="1867358"/>
                              <a:pt x="5366512" y="1853623"/>
                              <a:pt x="5383468" y="1841851"/>
                            </a:cubicBezTo>
                            <a:close/>
                            <a:moveTo>
                              <a:pt x="6701091" y="1800501"/>
                            </a:moveTo>
                            <a:lnTo>
                              <a:pt x="6701091" y="2482320"/>
                            </a:lnTo>
                            <a:lnTo>
                              <a:pt x="7219664" y="2482320"/>
                            </a:lnTo>
                            <a:lnTo>
                              <a:pt x="7219664" y="2367443"/>
                            </a:lnTo>
                            <a:lnTo>
                              <a:pt x="6838757" y="2367443"/>
                            </a:lnTo>
                            <a:lnTo>
                              <a:pt x="6838757" y="2181873"/>
                            </a:lnTo>
                            <a:lnTo>
                              <a:pt x="7181061" y="2181873"/>
                            </a:lnTo>
                            <a:lnTo>
                              <a:pt x="7181061" y="2066997"/>
                            </a:lnTo>
                            <a:lnTo>
                              <a:pt x="6838757" y="2066997"/>
                            </a:lnTo>
                            <a:lnTo>
                              <a:pt x="6838757" y="1915843"/>
                            </a:lnTo>
                            <a:lnTo>
                              <a:pt x="7206641" y="1915843"/>
                            </a:lnTo>
                            <a:lnTo>
                              <a:pt x="7206641" y="1800501"/>
                            </a:lnTo>
                            <a:close/>
                            <a:moveTo>
                              <a:pt x="5001455" y="1800501"/>
                            </a:moveTo>
                            <a:lnTo>
                              <a:pt x="5139121" y="1800501"/>
                            </a:lnTo>
                            <a:lnTo>
                              <a:pt x="5139121" y="2482320"/>
                            </a:lnTo>
                            <a:lnTo>
                              <a:pt x="5001455" y="2482320"/>
                            </a:lnTo>
                            <a:close/>
                            <a:moveTo>
                              <a:pt x="4318911" y="1800501"/>
                            </a:moveTo>
                            <a:lnTo>
                              <a:pt x="4456577" y="1800501"/>
                            </a:lnTo>
                            <a:lnTo>
                              <a:pt x="4456577" y="2169781"/>
                            </a:lnTo>
                            <a:cubicBezTo>
                              <a:pt x="4456577" y="2228382"/>
                              <a:pt x="4458283" y="2266364"/>
                              <a:pt x="4461693" y="2283728"/>
                            </a:cubicBezTo>
                            <a:cubicBezTo>
                              <a:pt x="4467584" y="2311633"/>
                              <a:pt x="4481614" y="2334035"/>
                              <a:pt x="4503784" y="2350933"/>
                            </a:cubicBezTo>
                            <a:cubicBezTo>
                              <a:pt x="4525953" y="2367831"/>
                              <a:pt x="4556261" y="2376280"/>
                              <a:pt x="4594708" y="2376280"/>
                            </a:cubicBezTo>
                            <a:cubicBezTo>
                              <a:pt x="4633776" y="2376280"/>
                              <a:pt x="4663231" y="2368296"/>
                              <a:pt x="4683075" y="2352328"/>
                            </a:cubicBezTo>
                            <a:cubicBezTo>
                              <a:pt x="4702919" y="2336360"/>
                              <a:pt x="4714856" y="2316749"/>
                              <a:pt x="4718887" y="2293495"/>
                            </a:cubicBezTo>
                            <a:cubicBezTo>
                              <a:pt x="4722918" y="2270240"/>
                              <a:pt x="4724933" y="2231638"/>
                              <a:pt x="4724933" y="2177688"/>
                            </a:cubicBezTo>
                            <a:lnTo>
                              <a:pt x="4724933" y="1800501"/>
                            </a:lnTo>
                            <a:lnTo>
                              <a:pt x="4862599" y="1800501"/>
                            </a:lnTo>
                            <a:lnTo>
                              <a:pt x="4862599" y="2158619"/>
                            </a:lnTo>
                            <a:cubicBezTo>
                              <a:pt x="4862599" y="2240475"/>
                              <a:pt x="4858878" y="2298301"/>
                              <a:pt x="4851437" y="2332097"/>
                            </a:cubicBezTo>
                            <a:cubicBezTo>
                              <a:pt x="4843995" y="2365893"/>
                              <a:pt x="4830275" y="2394419"/>
                              <a:pt x="4810277" y="2417673"/>
                            </a:cubicBezTo>
                            <a:cubicBezTo>
                              <a:pt x="4790278" y="2440927"/>
                              <a:pt x="4763535" y="2459454"/>
                              <a:pt x="4730049" y="2473251"/>
                            </a:cubicBezTo>
                            <a:cubicBezTo>
                              <a:pt x="4696563" y="2487049"/>
                              <a:pt x="4652844" y="2493948"/>
                              <a:pt x="4598894" y="2493948"/>
                            </a:cubicBezTo>
                            <a:cubicBezTo>
                              <a:pt x="4533782" y="2493948"/>
                              <a:pt x="4484405" y="2486429"/>
                              <a:pt x="4450764" y="2471391"/>
                            </a:cubicBezTo>
                            <a:cubicBezTo>
                              <a:pt x="4417122" y="2456353"/>
                              <a:pt x="4390535" y="2436819"/>
                              <a:pt x="4371001" y="2412790"/>
                            </a:cubicBezTo>
                            <a:cubicBezTo>
                              <a:pt x="4351467" y="2388760"/>
                              <a:pt x="4338600" y="2363568"/>
                              <a:pt x="4332399" y="2337213"/>
                            </a:cubicBezTo>
                            <a:cubicBezTo>
                              <a:pt x="4323407" y="2298146"/>
                              <a:pt x="4318911" y="2240475"/>
                              <a:pt x="4318911" y="2164200"/>
                            </a:cubicBezTo>
                            <a:close/>
                            <a:moveTo>
                              <a:pt x="3634506" y="1800501"/>
                            </a:moveTo>
                            <a:lnTo>
                              <a:pt x="3907048" y="1800501"/>
                            </a:lnTo>
                            <a:cubicBezTo>
                              <a:pt x="3960998" y="1800501"/>
                              <a:pt x="4001228" y="1802750"/>
                              <a:pt x="4027738" y="1807245"/>
                            </a:cubicBezTo>
                            <a:cubicBezTo>
                              <a:pt x="4054248" y="1811741"/>
                              <a:pt x="4077968" y="1821120"/>
                              <a:pt x="4098897" y="1835383"/>
                            </a:cubicBezTo>
                            <a:cubicBezTo>
                              <a:pt x="4119826" y="1849646"/>
                              <a:pt x="4137266" y="1868637"/>
                              <a:pt x="4151219" y="1892356"/>
                            </a:cubicBezTo>
                            <a:cubicBezTo>
                              <a:pt x="4165172" y="1916076"/>
                              <a:pt x="4172148" y="1942663"/>
                              <a:pt x="4172148" y="1972119"/>
                            </a:cubicBezTo>
                            <a:cubicBezTo>
                              <a:pt x="4172148" y="2004055"/>
                              <a:pt x="4163544" y="2033356"/>
                              <a:pt x="4146336" y="2060021"/>
                            </a:cubicBezTo>
                            <a:cubicBezTo>
                              <a:pt x="4129127" y="2086686"/>
                              <a:pt x="4105796" y="2106684"/>
                              <a:pt x="4076340" y="2120017"/>
                            </a:cubicBezTo>
                            <a:cubicBezTo>
                              <a:pt x="4117888" y="2132109"/>
                              <a:pt x="4149824" y="2152728"/>
                              <a:pt x="4172148" y="2181873"/>
                            </a:cubicBezTo>
                            <a:cubicBezTo>
                              <a:pt x="4194472" y="2211019"/>
                              <a:pt x="4205634" y="2245280"/>
                              <a:pt x="4205634" y="2284658"/>
                            </a:cubicBezTo>
                            <a:cubicBezTo>
                              <a:pt x="4205634" y="2315664"/>
                              <a:pt x="4198425" y="2345817"/>
                              <a:pt x="4184008" y="2375117"/>
                            </a:cubicBezTo>
                            <a:cubicBezTo>
                              <a:pt x="4169590" y="2404418"/>
                              <a:pt x="4149901" y="2427827"/>
                              <a:pt x="4124942" y="2445346"/>
                            </a:cubicBezTo>
                            <a:cubicBezTo>
                              <a:pt x="4099982" y="2462864"/>
                              <a:pt x="4069208" y="2473639"/>
                              <a:pt x="4032622" y="2477669"/>
                            </a:cubicBezTo>
                            <a:cubicBezTo>
                              <a:pt x="4009677" y="2480150"/>
                              <a:pt x="3954332" y="2481700"/>
                              <a:pt x="3866585" y="2482320"/>
                            </a:cubicBezTo>
                            <a:lnTo>
                              <a:pt x="3634506" y="2482320"/>
                            </a:lnTo>
                            <a:close/>
                            <a:moveTo>
                              <a:pt x="3363155" y="1800501"/>
                            </a:moveTo>
                            <a:lnTo>
                              <a:pt x="3500822" y="1800501"/>
                            </a:lnTo>
                            <a:lnTo>
                              <a:pt x="3500822" y="2482320"/>
                            </a:lnTo>
                            <a:lnTo>
                              <a:pt x="3363155" y="2482320"/>
                            </a:lnTo>
                            <a:close/>
                            <a:moveTo>
                              <a:pt x="2682007" y="1800501"/>
                            </a:moveTo>
                            <a:lnTo>
                              <a:pt x="2971756" y="1800501"/>
                            </a:lnTo>
                            <a:cubicBezTo>
                              <a:pt x="3044620" y="1800501"/>
                              <a:pt x="3097562" y="1806625"/>
                              <a:pt x="3130584" y="1818872"/>
                            </a:cubicBezTo>
                            <a:cubicBezTo>
                              <a:pt x="3163605" y="1831120"/>
                              <a:pt x="3190038" y="1852901"/>
                              <a:pt x="3209881" y="1884217"/>
                            </a:cubicBezTo>
                            <a:cubicBezTo>
                              <a:pt x="3229725" y="1915533"/>
                              <a:pt x="3239647" y="1951345"/>
                              <a:pt x="3239647" y="1991653"/>
                            </a:cubicBezTo>
                            <a:cubicBezTo>
                              <a:pt x="3239647" y="2042812"/>
                              <a:pt x="3224609" y="2085058"/>
                              <a:pt x="3194533" y="2118389"/>
                            </a:cubicBezTo>
                            <a:cubicBezTo>
                              <a:pt x="3164458" y="2151720"/>
                              <a:pt x="3119499" y="2172727"/>
                              <a:pt x="3059658" y="2181409"/>
                            </a:cubicBezTo>
                            <a:cubicBezTo>
                              <a:pt x="3089423" y="2198772"/>
                              <a:pt x="3113996" y="2217840"/>
                              <a:pt x="3133374" y="2238614"/>
                            </a:cubicBezTo>
                            <a:cubicBezTo>
                              <a:pt x="3152753" y="2259388"/>
                              <a:pt x="3178875" y="2296285"/>
                              <a:pt x="3211742" y="2349305"/>
                            </a:cubicBezTo>
                            <a:lnTo>
                              <a:pt x="3294992" y="2482320"/>
                            </a:lnTo>
                            <a:lnTo>
                              <a:pt x="3130351" y="2482320"/>
                            </a:lnTo>
                            <a:lnTo>
                              <a:pt x="3030822" y="2333957"/>
                            </a:lnTo>
                            <a:cubicBezTo>
                              <a:pt x="2995476" y="2280937"/>
                              <a:pt x="2971291" y="2247528"/>
                              <a:pt x="2958269" y="2233731"/>
                            </a:cubicBezTo>
                            <a:cubicBezTo>
                              <a:pt x="2945246" y="2219933"/>
                              <a:pt x="2931449" y="2210477"/>
                              <a:pt x="2916876" y="2205360"/>
                            </a:cubicBezTo>
                            <a:cubicBezTo>
                              <a:pt x="2902303" y="2200245"/>
                              <a:pt x="2879204" y="2197687"/>
                              <a:pt x="2847578" y="2197687"/>
                            </a:cubicBezTo>
                            <a:lnTo>
                              <a:pt x="2819672" y="2197687"/>
                            </a:lnTo>
                            <a:lnTo>
                              <a:pt x="2819672" y="2482320"/>
                            </a:lnTo>
                            <a:lnTo>
                              <a:pt x="2682007" y="2482320"/>
                            </a:lnTo>
                            <a:close/>
                            <a:moveTo>
                              <a:pt x="2051682" y="1800501"/>
                            </a:moveTo>
                            <a:lnTo>
                              <a:pt x="2593510" y="1800501"/>
                            </a:lnTo>
                            <a:lnTo>
                              <a:pt x="2593510" y="1915843"/>
                            </a:lnTo>
                            <a:lnTo>
                              <a:pt x="2391662" y="1915843"/>
                            </a:lnTo>
                            <a:lnTo>
                              <a:pt x="2391662" y="2482320"/>
                            </a:lnTo>
                            <a:lnTo>
                              <a:pt x="2253996" y="2482320"/>
                            </a:lnTo>
                            <a:lnTo>
                              <a:pt x="2253996" y="1915843"/>
                            </a:lnTo>
                            <a:lnTo>
                              <a:pt x="2051682" y="1915843"/>
                            </a:lnTo>
                            <a:close/>
                            <a:moveTo>
                              <a:pt x="1191456" y="1800501"/>
                            </a:moveTo>
                            <a:lnTo>
                              <a:pt x="1329122" y="1800501"/>
                            </a:lnTo>
                            <a:lnTo>
                              <a:pt x="1329122" y="2482320"/>
                            </a:lnTo>
                            <a:lnTo>
                              <a:pt x="1191456" y="2482320"/>
                            </a:lnTo>
                            <a:close/>
                            <a:moveTo>
                              <a:pt x="509376" y="1800501"/>
                            </a:moveTo>
                            <a:lnTo>
                              <a:pt x="760989" y="1800501"/>
                            </a:lnTo>
                            <a:cubicBezTo>
                              <a:pt x="817730" y="1800501"/>
                              <a:pt x="860983" y="1804842"/>
                              <a:pt x="890749" y="1813524"/>
                            </a:cubicBezTo>
                            <a:cubicBezTo>
                              <a:pt x="930746" y="1825306"/>
                              <a:pt x="965008" y="1846235"/>
                              <a:pt x="993533" y="1876311"/>
                            </a:cubicBezTo>
                            <a:cubicBezTo>
                              <a:pt x="1022058" y="1906386"/>
                              <a:pt x="1043762" y="1943206"/>
                              <a:pt x="1058645" y="1986769"/>
                            </a:cubicBezTo>
                            <a:cubicBezTo>
                              <a:pt x="1073528" y="2030333"/>
                              <a:pt x="1080970" y="2084050"/>
                              <a:pt x="1080970" y="2147922"/>
                            </a:cubicBezTo>
                            <a:cubicBezTo>
                              <a:pt x="1080970" y="2204043"/>
                              <a:pt x="1073993" y="2252412"/>
                              <a:pt x="1060041" y="2293029"/>
                            </a:cubicBezTo>
                            <a:cubicBezTo>
                              <a:pt x="1042987" y="2342639"/>
                              <a:pt x="1018648" y="2382792"/>
                              <a:pt x="987022" y="2413487"/>
                            </a:cubicBezTo>
                            <a:cubicBezTo>
                              <a:pt x="963147" y="2436742"/>
                              <a:pt x="930901" y="2454880"/>
                              <a:pt x="890284" y="2467903"/>
                            </a:cubicBezTo>
                            <a:cubicBezTo>
                              <a:pt x="859898" y="2477514"/>
                              <a:pt x="819280" y="2482320"/>
                              <a:pt x="768430" y="2482320"/>
                            </a:cubicBezTo>
                            <a:lnTo>
                              <a:pt x="509376" y="2482320"/>
                            </a:lnTo>
                            <a:close/>
                            <a:moveTo>
                              <a:pt x="7577856" y="1788874"/>
                            </a:moveTo>
                            <a:cubicBezTo>
                              <a:pt x="7525456" y="1788874"/>
                              <a:pt x="7480731" y="1796781"/>
                              <a:pt x="7443678" y="1812594"/>
                            </a:cubicBezTo>
                            <a:cubicBezTo>
                              <a:pt x="7406627" y="1828407"/>
                              <a:pt x="7378256" y="1851429"/>
                              <a:pt x="7358567" y="1881659"/>
                            </a:cubicBezTo>
                            <a:cubicBezTo>
                              <a:pt x="7338879" y="1911890"/>
                              <a:pt x="7329034" y="1944369"/>
                              <a:pt x="7329034" y="1979095"/>
                            </a:cubicBezTo>
                            <a:cubicBezTo>
                              <a:pt x="7329034" y="2033045"/>
                              <a:pt x="7349963" y="2078779"/>
                              <a:pt x="7391821" y="2116296"/>
                            </a:cubicBezTo>
                            <a:cubicBezTo>
                              <a:pt x="7421587" y="2142961"/>
                              <a:pt x="7473367" y="2165441"/>
                              <a:pt x="7547160" y="2183734"/>
                            </a:cubicBezTo>
                            <a:cubicBezTo>
                              <a:pt x="7604521" y="2197996"/>
                              <a:pt x="7641263" y="2207919"/>
                              <a:pt x="7657386" y="2213500"/>
                            </a:cubicBezTo>
                            <a:cubicBezTo>
                              <a:pt x="7680951" y="2221871"/>
                              <a:pt x="7697461" y="2231715"/>
                              <a:pt x="7706918" y="2243032"/>
                            </a:cubicBezTo>
                            <a:cubicBezTo>
                              <a:pt x="7716375" y="2254350"/>
                              <a:pt x="7721103" y="2268070"/>
                              <a:pt x="7721103" y="2284193"/>
                            </a:cubicBezTo>
                            <a:cubicBezTo>
                              <a:pt x="7721103" y="2309307"/>
                              <a:pt x="7709863" y="2331244"/>
                              <a:pt x="7687384" y="2350003"/>
                            </a:cubicBezTo>
                            <a:cubicBezTo>
                              <a:pt x="7664905" y="2368761"/>
                              <a:pt x="7631497" y="2378140"/>
                              <a:pt x="7587157" y="2378140"/>
                            </a:cubicBezTo>
                            <a:cubicBezTo>
                              <a:pt x="7545300" y="2378140"/>
                              <a:pt x="7512046" y="2367598"/>
                              <a:pt x="7487397" y="2346515"/>
                            </a:cubicBezTo>
                            <a:cubicBezTo>
                              <a:pt x="7462747" y="2325430"/>
                              <a:pt x="7446391" y="2292409"/>
                              <a:pt x="7438329" y="2247451"/>
                            </a:cubicBezTo>
                            <a:lnTo>
                              <a:pt x="7304385" y="2260473"/>
                            </a:lnTo>
                            <a:cubicBezTo>
                              <a:pt x="7313376" y="2336748"/>
                              <a:pt x="7340971" y="2394806"/>
                              <a:pt x="7387170" y="2434649"/>
                            </a:cubicBezTo>
                            <a:cubicBezTo>
                              <a:pt x="7433369" y="2474491"/>
                              <a:pt x="7499567" y="2494413"/>
                              <a:pt x="7585763" y="2494413"/>
                            </a:cubicBezTo>
                            <a:cubicBezTo>
                              <a:pt x="7644984" y="2494413"/>
                              <a:pt x="7694439" y="2486119"/>
                              <a:pt x="7734125" y="2469530"/>
                            </a:cubicBezTo>
                            <a:cubicBezTo>
                              <a:pt x="7773813" y="2452942"/>
                              <a:pt x="7804509" y="2427595"/>
                              <a:pt x="7826213" y="2393488"/>
                            </a:cubicBezTo>
                            <a:cubicBezTo>
                              <a:pt x="7847917" y="2359382"/>
                              <a:pt x="7858769" y="2322795"/>
                              <a:pt x="7858769" y="2283728"/>
                            </a:cubicBezTo>
                            <a:cubicBezTo>
                              <a:pt x="7858769" y="2240629"/>
                              <a:pt x="7849700" y="2204430"/>
                              <a:pt x="7831561" y="2175130"/>
                            </a:cubicBezTo>
                            <a:cubicBezTo>
                              <a:pt x="7813423" y="2145829"/>
                              <a:pt x="7788308" y="2122730"/>
                              <a:pt x="7756217" y="2105832"/>
                            </a:cubicBezTo>
                            <a:cubicBezTo>
                              <a:pt x="7724126" y="2088934"/>
                              <a:pt x="7674594" y="2072578"/>
                              <a:pt x="7607621" y="2056765"/>
                            </a:cubicBezTo>
                            <a:cubicBezTo>
                              <a:pt x="7540649" y="2040952"/>
                              <a:pt x="7498481" y="2025759"/>
                              <a:pt x="7481117" y="2011186"/>
                            </a:cubicBezTo>
                            <a:cubicBezTo>
                              <a:pt x="7467475" y="1999714"/>
                              <a:pt x="7460654" y="1985916"/>
                              <a:pt x="7460654" y="1969794"/>
                            </a:cubicBezTo>
                            <a:cubicBezTo>
                              <a:pt x="7460654" y="1952120"/>
                              <a:pt x="7467941" y="1938013"/>
                              <a:pt x="7482513" y="1927470"/>
                            </a:cubicBezTo>
                            <a:cubicBezTo>
                              <a:pt x="7505147" y="1911037"/>
                              <a:pt x="7536463" y="1902821"/>
                              <a:pt x="7576461" y="1902821"/>
                            </a:cubicBezTo>
                            <a:cubicBezTo>
                              <a:pt x="7615218" y="1902821"/>
                              <a:pt x="7644286" y="1910495"/>
                              <a:pt x="7663665" y="1925843"/>
                            </a:cubicBezTo>
                            <a:cubicBezTo>
                              <a:pt x="7683043" y="1941191"/>
                              <a:pt x="7695679" y="1966383"/>
                              <a:pt x="7701569" y="2001419"/>
                            </a:cubicBezTo>
                            <a:lnTo>
                              <a:pt x="7839235" y="1995373"/>
                            </a:lnTo>
                            <a:cubicBezTo>
                              <a:pt x="7837065" y="1932742"/>
                              <a:pt x="7814353" y="1882667"/>
                              <a:pt x="7771100" y="1845150"/>
                            </a:cubicBezTo>
                            <a:cubicBezTo>
                              <a:pt x="7727847" y="1807633"/>
                              <a:pt x="7663432" y="1788874"/>
                              <a:pt x="7577856" y="1788874"/>
                            </a:cubicBezTo>
                            <a:close/>
                            <a:moveTo>
                              <a:pt x="6259983" y="1788874"/>
                            </a:moveTo>
                            <a:cubicBezTo>
                              <a:pt x="6204482" y="1788874"/>
                              <a:pt x="6155494" y="1797866"/>
                              <a:pt x="6113015" y="1815849"/>
                            </a:cubicBezTo>
                            <a:cubicBezTo>
                              <a:pt x="6081080" y="1829182"/>
                              <a:pt x="6051701" y="1849646"/>
                              <a:pt x="6024881" y="1877241"/>
                            </a:cubicBezTo>
                            <a:cubicBezTo>
                              <a:pt x="5998061" y="1904836"/>
                              <a:pt x="5976900" y="1935997"/>
                              <a:pt x="5961397" y="1970724"/>
                            </a:cubicBezTo>
                            <a:cubicBezTo>
                              <a:pt x="5940623" y="2017853"/>
                              <a:pt x="5930236" y="2076144"/>
                              <a:pt x="5930236" y="2145597"/>
                            </a:cubicBezTo>
                            <a:cubicBezTo>
                              <a:pt x="5930236" y="2254117"/>
                              <a:pt x="5960157" y="2339306"/>
                              <a:pt x="6019998" y="2401162"/>
                            </a:cubicBezTo>
                            <a:cubicBezTo>
                              <a:pt x="6079839" y="2463019"/>
                              <a:pt x="6160454" y="2493948"/>
                              <a:pt x="6261844" y="2493948"/>
                            </a:cubicBezTo>
                            <a:cubicBezTo>
                              <a:pt x="6361993" y="2493948"/>
                              <a:pt x="6441988" y="2462864"/>
                              <a:pt x="6501829" y="2400697"/>
                            </a:cubicBezTo>
                            <a:cubicBezTo>
                              <a:pt x="6561670" y="2338531"/>
                              <a:pt x="6591591" y="2252412"/>
                              <a:pt x="6591591" y="2142341"/>
                            </a:cubicBezTo>
                            <a:cubicBezTo>
                              <a:pt x="6591591" y="2031340"/>
                              <a:pt x="6561437" y="1944679"/>
                              <a:pt x="6501131" y="1882357"/>
                            </a:cubicBezTo>
                            <a:cubicBezTo>
                              <a:pt x="6440825" y="1820035"/>
                              <a:pt x="6360442" y="1788874"/>
                              <a:pt x="6259983" y="1788874"/>
                            </a:cubicBezTo>
                            <a:close/>
                            <a:moveTo>
                              <a:pt x="1700932" y="1788874"/>
                            </a:moveTo>
                            <a:cubicBezTo>
                              <a:pt x="1786508" y="1788874"/>
                              <a:pt x="1850922" y="1807633"/>
                              <a:pt x="1894176" y="1845150"/>
                            </a:cubicBezTo>
                            <a:cubicBezTo>
                              <a:pt x="1937429" y="1882667"/>
                              <a:pt x="1960141" y="1932742"/>
                              <a:pt x="1962311" y="1995373"/>
                            </a:cubicBezTo>
                            <a:lnTo>
                              <a:pt x="1824645" y="2001419"/>
                            </a:lnTo>
                            <a:cubicBezTo>
                              <a:pt x="1818754" y="1966383"/>
                              <a:pt x="1806120" y="1941191"/>
                              <a:pt x="1786741" y="1925843"/>
                            </a:cubicBezTo>
                            <a:cubicBezTo>
                              <a:pt x="1767362" y="1910495"/>
                              <a:pt x="1738294" y="1902821"/>
                              <a:pt x="1699537" y="1902821"/>
                            </a:cubicBezTo>
                            <a:cubicBezTo>
                              <a:pt x="1659539" y="1902821"/>
                              <a:pt x="1628223" y="1911037"/>
                              <a:pt x="1605589" y="1927470"/>
                            </a:cubicBezTo>
                            <a:cubicBezTo>
                              <a:pt x="1591016" y="1938013"/>
                              <a:pt x="1583729" y="1952120"/>
                              <a:pt x="1583729" y="1969794"/>
                            </a:cubicBezTo>
                            <a:cubicBezTo>
                              <a:pt x="1583729" y="1985916"/>
                              <a:pt x="1590551" y="1999714"/>
                              <a:pt x="1604194" y="2011186"/>
                            </a:cubicBezTo>
                            <a:cubicBezTo>
                              <a:pt x="1621557" y="2025759"/>
                              <a:pt x="1663725" y="2040952"/>
                              <a:pt x="1730698" y="2056765"/>
                            </a:cubicBezTo>
                            <a:cubicBezTo>
                              <a:pt x="1797670" y="2072578"/>
                              <a:pt x="1847202" y="2088934"/>
                              <a:pt x="1879293" y="2105832"/>
                            </a:cubicBezTo>
                            <a:cubicBezTo>
                              <a:pt x="1911384" y="2122730"/>
                              <a:pt x="1936499" y="2145829"/>
                              <a:pt x="1954637" y="2175130"/>
                            </a:cubicBezTo>
                            <a:cubicBezTo>
                              <a:pt x="1972776" y="2204430"/>
                              <a:pt x="1981845" y="2240629"/>
                              <a:pt x="1981845" y="2283728"/>
                            </a:cubicBezTo>
                            <a:cubicBezTo>
                              <a:pt x="1981845" y="2322795"/>
                              <a:pt x="1970993" y="2359382"/>
                              <a:pt x="1949289" y="2393488"/>
                            </a:cubicBezTo>
                            <a:cubicBezTo>
                              <a:pt x="1927585" y="2427595"/>
                              <a:pt x="1896889" y="2452942"/>
                              <a:pt x="1857201" y="2469530"/>
                            </a:cubicBezTo>
                            <a:cubicBezTo>
                              <a:pt x="1817514" y="2486119"/>
                              <a:pt x="1768060" y="2494413"/>
                              <a:pt x="1708839" y="2494413"/>
                            </a:cubicBezTo>
                            <a:cubicBezTo>
                              <a:pt x="1622642" y="2494413"/>
                              <a:pt x="1556444" y="2474491"/>
                              <a:pt x="1510246" y="2434649"/>
                            </a:cubicBezTo>
                            <a:cubicBezTo>
                              <a:pt x="1464047" y="2394806"/>
                              <a:pt x="1436451" y="2336748"/>
                              <a:pt x="1427460" y="2260473"/>
                            </a:cubicBezTo>
                            <a:lnTo>
                              <a:pt x="1561405" y="2247451"/>
                            </a:lnTo>
                            <a:cubicBezTo>
                              <a:pt x="1569467" y="2292409"/>
                              <a:pt x="1585823" y="2325430"/>
                              <a:pt x="1610472" y="2346515"/>
                            </a:cubicBezTo>
                            <a:cubicBezTo>
                              <a:pt x="1635122" y="2367598"/>
                              <a:pt x="1668376" y="2378140"/>
                              <a:pt x="1710233" y="2378140"/>
                            </a:cubicBezTo>
                            <a:cubicBezTo>
                              <a:pt x="1754572" y="2378140"/>
                              <a:pt x="1787981" y="2368761"/>
                              <a:pt x="1810460" y="2350003"/>
                            </a:cubicBezTo>
                            <a:cubicBezTo>
                              <a:pt x="1832939" y="2331244"/>
                              <a:pt x="1844179" y="2309307"/>
                              <a:pt x="1844179" y="2284193"/>
                            </a:cubicBezTo>
                            <a:cubicBezTo>
                              <a:pt x="1844179" y="2268070"/>
                              <a:pt x="1839451" y="2254350"/>
                              <a:pt x="1829993" y="2243032"/>
                            </a:cubicBezTo>
                            <a:cubicBezTo>
                              <a:pt x="1820537" y="2231715"/>
                              <a:pt x="1804027" y="2221871"/>
                              <a:pt x="1780462" y="2213500"/>
                            </a:cubicBezTo>
                            <a:cubicBezTo>
                              <a:pt x="1764339" y="2207919"/>
                              <a:pt x="1727597" y="2197996"/>
                              <a:pt x="1670236" y="2183734"/>
                            </a:cubicBezTo>
                            <a:cubicBezTo>
                              <a:pt x="1596442" y="2165441"/>
                              <a:pt x="1544662" y="2142961"/>
                              <a:pt x="1514897" y="2116296"/>
                            </a:cubicBezTo>
                            <a:cubicBezTo>
                              <a:pt x="1473038" y="2078779"/>
                              <a:pt x="1452110" y="2033045"/>
                              <a:pt x="1452110" y="1979095"/>
                            </a:cubicBezTo>
                            <a:cubicBezTo>
                              <a:pt x="1452110" y="1944369"/>
                              <a:pt x="1461954" y="1911890"/>
                              <a:pt x="1481642" y="1881659"/>
                            </a:cubicBezTo>
                            <a:cubicBezTo>
                              <a:pt x="1501332" y="1851429"/>
                              <a:pt x="1529702" y="1828407"/>
                              <a:pt x="1566754" y="1812594"/>
                            </a:cubicBezTo>
                            <a:cubicBezTo>
                              <a:pt x="1603806" y="1796781"/>
                              <a:pt x="1648532" y="1788874"/>
                              <a:pt x="1700932" y="1788874"/>
                            </a:cubicBezTo>
                            <a:close/>
                            <a:moveTo>
                              <a:pt x="6350210" y="1644232"/>
                            </a:moveTo>
                            <a:cubicBezTo>
                              <a:pt x="6348350" y="1658805"/>
                              <a:pt x="6344087" y="1669192"/>
                              <a:pt x="6337420" y="1675393"/>
                            </a:cubicBezTo>
                            <a:cubicBezTo>
                              <a:pt x="6330754" y="1681594"/>
                              <a:pt x="6322460" y="1684695"/>
                              <a:pt x="6312538" y="1684695"/>
                            </a:cubicBezTo>
                            <a:cubicBezTo>
                              <a:pt x="6298585" y="1684695"/>
                              <a:pt x="6279284" y="1679191"/>
                              <a:pt x="6254635" y="1668184"/>
                            </a:cubicBezTo>
                            <a:cubicBezTo>
                              <a:pt x="6229985" y="1657177"/>
                              <a:pt x="6213009" y="1650511"/>
                              <a:pt x="6203708" y="1648185"/>
                            </a:cubicBezTo>
                            <a:cubicBezTo>
                              <a:pt x="6194406" y="1645860"/>
                              <a:pt x="6184329" y="1644697"/>
                              <a:pt x="6173477" y="1644697"/>
                            </a:cubicBezTo>
                            <a:cubicBezTo>
                              <a:pt x="6148672" y="1644697"/>
                              <a:pt x="6128363" y="1653456"/>
                              <a:pt x="6112550" y="1670975"/>
                            </a:cubicBezTo>
                            <a:cubicBezTo>
                              <a:pt x="6096737" y="1688493"/>
                              <a:pt x="6088831" y="1713530"/>
                              <a:pt x="6088831" y="1746086"/>
                            </a:cubicBezTo>
                            <a:cubicBezTo>
                              <a:pt x="6088831" y="1750117"/>
                              <a:pt x="6088986" y="1755698"/>
                              <a:pt x="6089296" y="1762829"/>
                            </a:cubicBezTo>
                            <a:lnTo>
                              <a:pt x="6148827" y="1762829"/>
                            </a:lnTo>
                            <a:cubicBezTo>
                              <a:pt x="6149137" y="1747947"/>
                              <a:pt x="6152083" y="1737482"/>
                              <a:pt x="6157664" y="1731436"/>
                            </a:cubicBezTo>
                            <a:cubicBezTo>
                              <a:pt x="6163245" y="1725390"/>
                              <a:pt x="6170996" y="1722367"/>
                              <a:pt x="6180918" y="1722367"/>
                            </a:cubicBezTo>
                            <a:cubicBezTo>
                              <a:pt x="6193941" y="1722367"/>
                              <a:pt x="6214714" y="1727793"/>
                              <a:pt x="6243240" y="1738645"/>
                            </a:cubicBezTo>
                            <a:cubicBezTo>
                              <a:pt x="6271766" y="1749497"/>
                              <a:pt x="6289594" y="1755853"/>
                              <a:pt x="6296725" y="1757713"/>
                            </a:cubicBezTo>
                            <a:cubicBezTo>
                              <a:pt x="6306957" y="1759884"/>
                              <a:pt x="6317344" y="1760969"/>
                              <a:pt x="6327886" y="1760969"/>
                            </a:cubicBezTo>
                            <a:cubicBezTo>
                              <a:pt x="6352071" y="1760969"/>
                              <a:pt x="6371837" y="1751977"/>
                              <a:pt x="6387185" y="1733994"/>
                            </a:cubicBezTo>
                            <a:cubicBezTo>
                              <a:pt x="6402533" y="1716011"/>
                              <a:pt x="6410362" y="1686090"/>
                              <a:pt x="6410672" y="1644232"/>
                            </a:cubicBezTo>
                            <a:close/>
                            <a:moveTo>
                              <a:pt x="5396909" y="0"/>
                            </a:moveTo>
                            <a:lnTo>
                              <a:pt x="8892576" y="0"/>
                            </a:lnTo>
                            <a:lnTo>
                              <a:pt x="8892576" y="6858000"/>
                            </a:lnTo>
                            <a:lnTo>
                              <a:pt x="5396909" y="6858000"/>
                            </a:lnTo>
                            <a:lnTo>
                              <a:pt x="5396909" y="5342473"/>
                            </a:lnTo>
                            <a:lnTo>
                              <a:pt x="8601739" y="5342473"/>
                            </a:lnTo>
                            <a:lnTo>
                              <a:pt x="8601739" y="5119189"/>
                            </a:lnTo>
                            <a:lnTo>
                              <a:pt x="5573196" y="5119189"/>
                            </a:lnTo>
                            <a:lnTo>
                              <a:pt x="5678233" y="5087640"/>
                            </a:lnTo>
                            <a:cubicBezTo>
                              <a:pt x="5765297" y="5051766"/>
                              <a:pt x="5834828" y="5003599"/>
                              <a:pt x="5886825" y="4943137"/>
                            </a:cubicBezTo>
                            <a:cubicBezTo>
                              <a:pt x="5938821" y="4882676"/>
                              <a:pt x="5974494" y="4808510"/>
                              <a:pt x="5993841" y="4720639"/>
                            </a:cubicBezTo>
                            <a:cubicBezTo>
                              <a:pt x="6013189" y="4632769"/>
                              <a:pt x="6022863" y="4482421"/>
                              <a:pt x="6022863" y="4269597"/>
                            </a:cubicBezTo>
                            <a:lnTo>
                              <a:pt x="6022863" y="3338491"/>
                            </a:lnTo>
                            <a:lnTo>
                              <a:pt x="5664931" y="3338491"/>
                            </a:lnTo>
                            <a:lnTo>
                              <a:pt x="5664931" y="4319175"/>
                            </a:lnTo>
                            <a:cubicBezTo>
                              <a:pt x="5664931" y="4459446"/>
                              <a:pt x="5659691" y="4559812"/>
                              <a:pt x="5649211" y="4620273"/>
                            </a:cubicBezTo>
                            <a:cubicBezTo>
                              <a:pt x="5638731" y="4680735"/>
                              <a:pt x="5607694" y="4731724"/>
                              <a:pt x="5556101" y="4773241"/>
                            </a:cubicBezTo>
                            <a:cubicBezTo>
                              <a:pt x="5517405" y="4804379"/>
                              <a:pt x="5464653" y="4823840"/>
                              <a:pt x="5397843" y="4831624"/>
                            </a:cubicBezTo>
                            <a:lnTo>
                              <a:pt x="5396909" y="4831675"/>
                            </a:lnTo>
                            <a:lnTo>
                              <a:pt x="5396909" y="2449061"/>
                            </a:lnTo>
                            <a:lnTo>
                              <a:pt x="5407972" y="2457703"/>
                            </a:lnTo>
                            <a:cubicBezTo>
                              <a:pt x="5434366" y="2472201"/>
                              <a:pt x="5463027" y="2482350"/>
                              <a:pt x="5493955" y="2488149"/>
                            </a:cubicBezTo>
                            <a:lnTo>
                              <a:pt x="5514555" y="2490976"/>
                            </a:lnTo>
                            <a:lnTo>
                              <a:pt x="5513722" y="2491041"/>
                            </a:lnTo>
                            <a:cubicBezTo>
                              <a:pt x="5500699" y="2493133"/>
                              <a:pt x="5488142" y="2496273"/>
                              <a:pt x="5476050" y="2500459"/>
                            </a:cubicBezTo>
                            <a:lnTo>
                              <a:pt x="5463957" y="2546502"/>
                            </a:lnTo>
                            <a:cubicBezTo>
                              <a:pt x="5484732" y="2540301"/>
                              <a:pt x="5505040" y="2537201"/>
                              <a:pt x="5524884" y="2537201"/>
                            </a:cubicBezTo>
                            <a:cubicBezTo>
                              <a:pt x="5545037" y="2537201"/>
                              <a:pt x="5559920" y="2541076"/>
                              <a:pt x="5569532" y="2548828"/>
                            </a:cubicBezTo>
                            <a:cubicBezTo>
                              <a:pt x="5579144" y="2556579"/>
                              <a:pt x="5583950" y="2565726"/>
                              <a:pt x="5583950" y="2576268"/>
                            </a:cubicBezTo>
                            <a:cubicBezTo>
                              <a:pt x="5583950" y="2588050"/>
                              <a:pt x="5578834" y="2597662"/>
                              <a:pt x="5568602" y="2605103"/>
                            </a:cubicBezTo>
                            <a:cubicBezTo>
                              <a:pt x="5555269" y="2615025"/>
                              <a:pt x="5534805" y="2619987"/>
                              <a:pt x="5507210" y="2619987"/>
                            </a:cubicBezTo>
                            <a:cubicBezTo>
                              <a:pt x="5480546" y="2619987"/>
                              <a:pt x="5451245" y="2618281"/>
                              <a:pt x="5419309" y="2614870"/>
                            </a:cubicBezTo>
                            <a:lnTo>
                              <a:pt x="5419309" y="2669751"/>
                            </a:lnTo>
                            <a:cubicBezTo>
                              <a:pt x="5439773" y="2674712"/>
                              <a:pt x="5470003" y="2677192"/>
                              <a:pt x="5510001" y="2677192"/>
                            </a:cubicBezTo>
                            <a:cubicBezTo>
                              <a:pt x="5566122" y="2677192"/>
                              <a:pt x="5609219" y="2665565"/>
                              <a:pt x="5639295" y="2642311"/>
                            </a:cubicBezTo>
                            <a:cubicBezTo>
                              <a:pt x="5661620" y="2625257"/>
                              <a:pt x="5672782" y="2603088"/>
                              <a:pt x="5672782" y="2575803"/>
                            </a:cubicBezTo>
                            <a:cubicBezTo>
                              <a:pt x="5672782" y="2551308"/>
                              <a:pt x="5662704" y="2530534"/>
                              <a:pt x="5642551" y="2513481"/>
                            </a:cubicBezTo>
                            <a:cubicBezTo>
                              <a:pt x="5632474" y="2504954"/>
                              <a:pt x="5620072" y="2498559"/>
                              <a:pt x="5605344" y="2494296"/>
                            </a:cubicBezTo>
                            <a:lnTo>
                              <a:pt x="5592738" y="2491760"/>
                            </a:lnTo>
                            <a:lnTo>
                              <a:pt x="5611318" y="2490561"/>
                            </a:lnTo>
                            <a:cubicBezTo>
                              <a:pt x="5661402" y="2483788"/>
                              <a:pt x="5704291" y="2466856"/>
                              <a:pt x="5739987" y="2439765"/>
                            </a:cubicBezTo>
                            <a:cubicBezTo>
                              <a:pt x="5787581" y="2403643"/>
                              <a:pt x="5821610" y="2348375"/>
                              <a:pt x="5842074" y="2273961"/>
                            </a:cubicBezTo>
                            <a:lnTo>
                              <a:pt x="5708594" y="2231638"/>
                            </a:lnTo>
                            <a:cubicBezTo>
                              <a:pt x="5697121" y="2281557"/>
                              <a:pt x="5678208" y="2318144"/>
                              <a:pt x="5651853" y="2341399"/>
                            </a:cubicBezTo>
                            <a:cubicBezTo>
                              <a:pt x="5625497" y="2364653"/>
                              <a:pt x="5594027" y="2376280"/>
                              <a:pt x="5557440" y="2376280"/>
                            </a:cubicBezTo>
                            <a:cubicBezTo>
                              <a:pt x="5507830" y="2376280"/>
                              <a:pt x="5467523" y="2357987"/>
                              <a:pt x="5436517" y="2321400"/>
                            </a:cubicBezTo>
                            <a:cubicBezTo>
                              <a:pt x="5421014" y="2303107"/>
                              <a:pt x="5409387" y="2278612"/>
                              <a:pt x="5401635" y="2247916"/>
                            </a:cubicBezTo>
                            <a:lnTo>
                              <a:pt x="5396909" y="2220441"/>
                            </a:lnTo>
                            <a:lnTo>
                              <a:pt x="5396909" y="2058963"/>
                            </a:lnTo>
                            <a:lnTo>
                              <a:pt x="5401810" y="2032231"/>
                            </a:lnTo>
                            <a:cubicBezTo>
                              <a:pt x="5409677" y="2002853"/>
                              <a:pt x="5421479" y="1979095"/>
                              <a:pt x="5437215" y="1960957"/>
                            </a:cubicBezTo>
                            <a:cubicBezTo>
                              <a:pt x="5468686" y="1924680"/>
                              <a:pt x="5509691" y="1906542"/>
                              <a:pt x="5560231" y="1906542"/>
                            </a:cubicBezTo>
                            <a:cubicBezTo>
                              <a:pt x="5596818" y="1906542"/>
                              <a:pt x="5627901" y="1916773"/>
                              <a:pt x="5653481" y="1937237"/>
                            </a:cubicBezTo>
                            <a:cubicBezTo>
                              <a:pt x="5679060" y="1957701"/>
                              <a:pt x="5695882" y="1985606"/>
                              <a:pt x="5703943" y="2020953"/>
                            </a:cubicBezTo>
                            <a:lnTo>
                              <a:pt x="5840213" y="1988397"/>
                            </a:lnTo>
                            <a:cubicBezTo>
                              <a:pt x="5824711" y="1933827"/>
                              <a:pt x="5801456" y="1891969"/>
                              <a:pt x="5770450" y="1862823"/>
                            </a:cubicBezTo>
                            <a:cubicBezTo>
                              <a:pt x="5718360" y="1813524"/>
                              <a:pt x="5650612" y="1788874"/>
                              <a:pt x="5567207" y="1788874"/>
                            </a:cubicBezTo>
                            <a:cubicBezTo>
                              <a:pt x="5519458" y="1788874"/>
                              <a:pt x="5476321" y="1796723"/>
                              <a:pt x="5437796" y="1812419"/>
                            </a:cubicBezTo>
                            <a:lnTo>
                              <a:pt x="5396909" y="1834569"/>
                            </a:lnTo>
                            <a:close/>
                          </a:path>
                        </a:pathLst>
                      </a:custGeom>
                      <a:solidFill>
                        <a:srgbClr val="00B0F0"/>
                      </a:solidFill>
                      <a:ln>
                        <a:noFill/>
                      </a:ln>
                      <a:effectLst/>
                    </p:spPr>
                    <p:txBody>
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pt-BR" sz="19500" b="1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6" name="Retângulo 5">
                        <a:extLst>
                          <a:ext uri="{FF2B5EF4-FFF2-40B4-BE49-F238E27FC236}">
                            <a16:creationId xmlns:a16="http://schemas.microsoft.com/office/drawing/2014/main" id="{6AA35A04-66EF-68CF-F586-AF390F6D67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940902" y="0"/>
                        <a:ext cx="1251098" cy="6858000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</p:grpSp>
                <p:grpSp>
                  <p:nvGrpSpPr>
                    <p:cNvPr id="20" name="Agrupar 19">
                      <a:extLst>
                        <a:ext uri="{FF2B5EF4-FFF2-40B4-BE49-F238E27FC236}">
                          <a16:creationId xmlns:a16="http://schemas.microsoft.com/office/drawing/2014/main" id="{83763ADE-440D-69EB-F26E-D6C02474B8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62741" y="-1242044"/>
                      <a:ext cx="12354012" cy="9325630"/>
                      <a:chOff x="-162741" y="-1242044"/>
                      <a:chExt cx="12354012" cy="9325630"/>
                    </a:xfrm>
                  </p:grpSpPr>
                  <p:sp>
                    <p:nvSpPr>
                      <p:cNvPr id="8" name="Retângulo 7">
                        <a:extLst>
                          <a:ext uri="{FF2B5EF4-FFF2-40B4-BE49-F238E27FC236}">
                            <a16:creationId xmlns:a16="http://schemas.microsoft.com/office/drawing/2014/main" id="{B19E756B-4AD6-79D0-34BF-6B4CC1B464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729" y="-23598"/>
                        <a:ext cx="12192000" cy="6873369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9" name="CaixaDeTexto 8">
                        <a:extLst>
                          <a:ext uri="{FF2B5EF4-FFF2-40B4-BE49-F238E27FC236}">
                            <a16:creationId xmlns:a16="http://schemas.microsoft.com/office/drawing/2014/main" id="{834C329A-8EF2-19A9-1344-4C06698842E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-162741" y="-1242044"/>
                        <a:ext cx="5120408" cy="932563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pt-BR" sz="15000" b="1" i="0" spc="-150" dirty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 OS</a:t>
                        </a:r>
                        <a:endParaRPr lang="pt-BR" sz="15000" spc="-15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pic>
                    <p:nvPicPr>
                      <p:cNvPr id="10" name="Imagem 9" descr="Ícone&#10;&#10;Descrição gerada automaticamente">
                        <a:extLst>
                          <a:ext uri="{FF2B5EF4-FFF2-40B4-BE49-F238E27FC236}">
                            <a16:creationId xmlns:a16="http://schemas.microsoft.com/office/drawing/2014/main" id="{1C3216A8-161F-3EA1-A720-776CDEC693A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3537432" y="5488505"/>
                        <a:ext cx="1489267" cy="1489267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1" name="Retângulo 10">
                        <a:extLst>
                          <a:ext uri="{FF2B5EF4-FFF2-40B4-BE49-F238E27FC236}">
                            <a16:creationId xmlns:a16="http://schemas.microsoft.com/office/drawing/2014/main" id="{46DE947D-714C-0CD1-28ED-E55B212FB0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6699" y="465559"/>
                        <a:ext cx="1623157" cy="15493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12" name="Retângulo 11">
                        <a:extLst>
                          <a:ext uri="{FF2B5EF4-FFF2-40B4-BE49-F238E27FC236}">
                            <a16:creationId xmlns:a16="http://schemas.microsoft.com/office/drawing/2014/main" id="{8DC35619-B04E-EEB1-AF70-FEC8DCD9CC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1498" y="2501893"/>
                        <a:ext cx="1623157" cy="15493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13" name="Retângulo 12">
                        <a:extLst>
                          <a:ext uri="{FF2B5EF4-FFF2-40B4-BE49-F238E27FC236}">
                            <a16:creationId xmlns:a16="http://schemas.microsoft.com/office/drawing/2014/main" id="{ED519175-A824-F306-1CC4-5CA0CBC172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12412" y="4472185"/>
                        <a:ext cx="1623157" cy="15493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14" name="CaixaDeTexto 13">
                        <a:extLst>
                          <a:ext uri="{FF2B5EF4-FFF2-40B4-BE49-F238E27FC236}">
                            <a16:creationId xmlns:a16="http://schemas.microsoft.com/office/drawing/2014/main" id="{4670715B-95A7-DA5E-87AE-30BBEE6B969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12412" y="530042"/>
                        <a:ext cx="1637443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i="0" spc="-150">
                            <a:solidFill>
                              <a:srgbClr val="00B0F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História e origem</a:t>
                        </a:r>
                        <a:endParaRPr lang="pt-BR" spc="-15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5" name="CaixaDeTexto 14">
                        <a:extLst>
                          <a:ext uri="{FF2B5EF4-FFF2-40B4-BE49-F238E27FC236}">
                            <a16:creationId xmlns:a16="http://schemas.microsoft.com/office/drawing/2014/main" id="{B01F86F3-B02B-01C8-0168-BCAF32BB5D8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15594" y="2427834"/>
                        <a:ext cx="1637443" cy="6463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pt-BR" b="0" i="0" spc="-150">
                            <a:solidFill>
                              <a:srgbClr val="00B0F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Objetivo e Finalidade</a:t>
                        </a:r>
                        <a:endParaRPr lang="pt-BR" spc="-15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" name="CaixaDeTexto 15">
                        <a:extLst>
                          <a:ext uri="{FF2B5EF4-FFF2-40B4-BE49-F238E27FC236}">
                            <a16:creationId xmlns:a16="http://schemas.microsoft.com/office/drawing/2014/main" id="{D346B525-020E-B17B-6D34-FECFD8CB67D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992889" y="4453120"/>
                        <a:ext cx="1637443" cy="6701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Bef>
                            <a:spcPts val="1200"/>
                          </a:spcBef>
                        </a:pPr>
                        <a:r>
                          <a:rPr lang="pt-BR" sz="1800" kern="100" spc="-150">
                            <a:solidFill>
                              <a:srgbClr val="00B0F0"/>
                            </a:solidFill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Interface de Usuário</a:t>
                        </a:r>
                        <a:endParaRPr lang="pt-BR" sz="1800" kern="100" spc="-150">
                          <a:solidFill>
                            <a:srgbClr val="00B0F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7" name="CaixaDeTexto 16">
                        <a:extLst>
                          <a:ext uri="{FF2B5EF4-FFF2-40B4-BE49-F238E27FC236}">
                            <a16:creationId xmlns:a16="http://schemas.microsoft.com/office/drawing/2014/main" id="{EE7930D6-9CB5-3CC8-A79B-47F4DD38741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28009" y="465559"/>
                        <a:ext cx="5274576" cy="175432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teve origem como um conjunto de temas e aplicativos para o Ubuntu, mas evoluiu para se tornar sua própria distribuição Linux independente, com o objetivo de criar um ambiente de desktop elegante e amigável para os usuários. Ele introduziu o ambiente de desktop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Pantheon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e lançou várias versões, mantendo um forte foco na usabilidade e no design. Financiou seu desenvolvimento por meio de recompensas e doações da comunidade e baseou-se nas versões LTS do Ubuntu para garantir estabilidade e suporte de longo prazo.</a:t>
                        </a:r>
                        <a:endPara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8" name="CaixaDeTexto 17">
                        <a:extLst>
                          <a:ext uri="{FF2B5EF4-FFF2-40B4-BE49-F238E27FC236}">
                            <a16:creationId xmlns:a16="http://schemas.microsoft.com/office/drawing/2014/main" id="{0E7A3EAC-F798-865B-69A2-F549F621661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31776" y="2265026"/>
                        <a:ext cx="5333722" cy="212365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é uma distribuição Linux que tem como principal objetivo oferecer uma experiência de sistema operacional elegante e fácil de usar para os usuários. Sua finalidade inclui a ênfase na usabilidade e no design elegante, facilitando tarefas cotidianas. A distribuição é baseada em versões LTS do Ubuntu para garantir estabilidade e confiabilidade a longo prazo. O projeto desenvolve seu ambiente de desktop personalizado, 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Pantheon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, e aplicativos exclusivos para fornecer uma experiência consistente. Além disso, 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promove o software de código aberto, incentiva a contribuição da comunidade e busca ampliar o ecossistema Linux, oferecendo uma alternativa atraente para os usuários.</a:t>
                        </a:r>
                        <a:endPara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" name="CaixaDeTexto 18">
                        <a:extLst>
                          <a:ext uri="{FF2B5EF4-FFF2-40B4-BE49-F238E27FC236}">
                            <a16:creationId xmlns:a16="http://schemas.microsoft.com/office/drawing/2014/main" id="{B6807950-AEEA-7A1B-5FEE-16EB95A6611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92874" y="4388684"/>
                        <a:ext cx="5274576" cy="193899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A interface de usuário do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é um destaque da distribuição Linux, caracterizada por seu design elegante e amigável. Utiliza o ambiente de desktop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Pantheon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, que é minimalista e intuitivo, com uma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dock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na parte inferior para acesso rápido a aplicativos. Possui um menu de aplicativos organizado de forma intuitiva e oferece suporte a gestos multitoque. A filosofia de design coeso se reflete em todos os aplicativos nativos, proporcionando uma experiência consistente. Além disso, possui uma Central de Configurações para personalização e simplifica a experiência do usuário, enfatizando a beleza e a simplicidade.</a:t>
                        </a:r>
                        <a:endPara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</p:grpSp>
              <p:grpSp>
                <p:nvGrpSpPr>
                  <p:cNvPr id="46" name="Agrupar 45">
                    <a:extLst>
                      <a:ext uri="{FF2B5EF4-FFF2-40B4-BE49-F238E27FC236}">
                        <a16:creationId xmlns:a16="http://schemas.microsoft.com/office/drawing/2014/main" id="{68390CBD-420B-F819-47DE-543D08F66BAC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117600"/>
                    <a:ext cx="13575910" cy="8173667"/>
                    <a:chOff x="0" y="117600"/>
                    <a:chExt cx="13575910" cy="8173667"/>
                  </a:xfrm>
                </p:grpSpPr>
                <p:sp>
                  <p:nvSpPr>
                    <p:cNvPr id="45" name="Retângulo 44">
                      <a:extLst>
                        <a:ext uri="{FF2B5EF4-FFF2-40B4-BE49-F238E27FC236}">
                          <a16:creationId xmlns:a16="http://schemas.microsoft.com/office/drawing/2014/main" id="{FEF0D03B-6AA0-820F-5DB8-BEDFC23DD1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558" y="2300226"/>
                      <a:ext cx="3407419" cy="396546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 dirty="0"/>
                    </a:p>
                  </p:txBody>
                </p:sp>
                <p:sp>
                  <p:nvSpPr>
                    <p:cNvPr id="36" name="CaixaDeTexto 35">
                      <a:extLst>
                        <a:ext uri="{FF2B5EF4-FFF2-40B4-BE49-F238E27FC236}">
                          <a16:creationId xmlns:a16="http://schemas.microsoft.com/office/drawing/2014/main" id="{A2944766-FCA3-0639-A941-F43C5B706D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117600"/>
                      <a:ext cx="12668753" cy="178510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pt-BR" sz="11000" b="1" spc="-30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ELEMENTERY OS</a:t>
                      </a:r>
                      <a:endParaRPr lang="pt-BR" sz="11000" spc="-300" dirty="0">
                        <a:solidFill>
                          <a:srgbClr val="00B0F0"/>
                        </a:solidFill>
                      </a:endParaRPr>
                    </a:p>
                  </p:txBody>
                </p:sp>
                <p:pic>
                  <p:nvPicPr>
                    <p:cNvPr id="37" name="Imagem 36" descr="Ícone&#10;&#10;Descrição gerada automaticamente">
                      <a:extLst>
                        <a:ext uri="{FF2B5EF4-FFF2-40B4-BE49-F238E27FC236}">
                          <a16:creationId xmlns:a16="http://schemas.microsoft.com/office/drawing/2014/main" id="{6D5A718C-B758-5022-9E22-83FE5CA3DCB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305893" y="3021250"/>
                      <a:ext cx="5270017" cy="5270017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9" name="CaixaDeTexto 38">
                      <a:extLst>
                        <a:ext uri="{FF2B5EF4-FFF2-40B4-BE49-F238E27FC236}">
                          <a16:creationId xmlns:a16="http://schemas.microsoft.com/office/drawing/2014/main" id="{584C01C7-81CA-BC9E-C89D-527E968688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3414" y="2300226"/>
                      <a:ext cx="3391563" cy="36354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r>
                        <a:rPr lang="pt-BR" sz="2000" b="1" kern="100" spc="-150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Gerenciador de Pacotes</a:t>
                      </a:r>
                      <a:endParaRPr lang="pt-BR" sz="2000" b="1" kern="100" spc="-15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endParaRPr lang="pt-BR" sz="1200" b="1" kern="100" spc="-150" dirty="0">
                        <a:solidFill>
                          <a:srgbClr val="00B0F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OS, uma distribuição Linux baseada no Ubuntu, utiliza o gerenciador de pacotes "APT" (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Advanced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Package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Tool) como seu sistema principal de gerenciamento de pacotes. Isso permite que os usuários instalem, atualizem e removam pacotes de software facilmente por meio de comandos na linha de comando. Além disso, 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 oferece uma interface gráfica chamada "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AppCenter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," uma loja de aplicativos que simplifica a instalação e atualização de software, proporcionando uma experiência intuitiva e integrada ao ambiente de desktop do sistema.</a:t>
                      </a:r>
                      <a:endParaRPr lang="pt-BR" sz="1200" dirty="0">
                        <a:solidFill>
                          <a:srgbClr val="00B0F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pt-BR" dirty="0"/>
                    </a:p>
                  </p:txBody>
                </p:sp>
                <p:sp>
                  <p:nvSpPr>
                    <p:cNvPr id="40" name="Retângulo 39">
                      <a:extLst>
                        <a:ext uri="{FF2B5EF4-FFF2-40B4-BE49-F238E27FC236}">
                          <a16:creationId xmlns:a16="http://schemas.microsoft.com/office/drawing/2014/main" id="{C09C332D-8FB0-5447-E5C0-4EFCA51290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8113" y="2300226"/>
                      <a:ext cx="3407419" cy="396546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 dirty="0"/>
                    </a:p>
                  </p:txBody>
                </p:sp>
                <p:sp>
                  <p:nvSpPr>
                    <p:cNvPr id="41" name="CaixaDeTexto 40">
                      <a:extLst>
                        <a:ext uri="{FF2B5EF4-FFF2-40B4-BE49-F238E27FC236}">
                          <a16:creationId xmlns:a16="http://schemas.microsoft.com/office/drawing/2014/main" id="{FC9320A9-B21D-2F6A-D89B-F64A2BC707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78113" y="2393492"/>
                      <a:ext cx="3407419" cy="39388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r>
                        <a:rPr lang="pt-BR" b="1" kern="100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Comunidade e suporte</a:t>
                      </a:r>
                      <a:endParaRPr lang="pt-BR" b="1" kern="100" dirty="0">
                        <a:solidFill>
                          <a:srgbClr val="00B0F0"/>
                        </a:solidFill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endParaRPr lang="pt-BR" sz="1000" b="1" kern="100" spc="-15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just"/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comunidade e o suporte em torno do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OS, uma distribuição Linux, são robustos e abrangentes. Os recursos incluem um site oficial com documentação detalhada, um fórum comunitário para discussões e suporte, blogs e redes sociais onde os usuários compartilham informações, GitHub para colaboração no desenvolvimento, suporte técnico pago para necessidades específicas, além da riqueza de recursos e suporte relacionados ao Ubuntu, no qual 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 é baseado. A comunidade também promove o envolvimento de desenvolvedores por meio de recompensas, incentivando o crescimento e aprimoramento contínuo do sistema.</a:t>
                      </a:r>
                      <a:endParaRPr lang="pt-BR" sz="1200" dirty="0">
                        <a:solidFill>
                          <a:srgbClr val="00B0F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pt-BR" dirty="0"/>
                    </a:p>
                  </p:txBody>
                </p:sp>
              </p:grpSp>
            </p:grpSp>
            <p:grpSp>
              <p:nvGrpSpPr>
                <p:cNvPr id="58" name="Agrupar 57">
                  <a:extLst>
                    <a:ext uri="{FF2B5EF4-FFF2-40B4-BE49-F238E27FC236}">
                      <a16:creationId xmlns:a16="http://schemas.microsoft.com/office/drawing/2014/main" id="{D2E32B0F-A8E9-C56C-EFA2-08BD47415305}"/>
                    </a:ext>
                  </a:extLst>
                </p:cNvPr>
                <p:cNvGrpSpPr/>
                <p:nvPr/>
              </p:nvGrpSpPr>
              <p:grpSpPr>
                <a:xfrm>
                  <a:off x="-256944" y="-77338"/>
                  <a:ext cx="12803008" cy="6972300"/>
                  <a:chOff x="-256944" y="-77338"/>
                  <a:chExt cx="12803008" cy="6972300"/>
                </a:xfrm>
              </p:grpSpPr>
              <p:sp>
                <p:nvSpPr>
                  <p:cNvPr id="48" name="Retângulo 47">
                    <a:extLst>
                      <a:ext uri="{FF2B5EF4-FFF2-40B4-BE49-F238E27FC236}">
                        <a16:creationId xmlns:a16="http://schemas.microsoft.com/office/drawing/2014/main" id="{CE7D2740-C273-1695-2FDA-8C97E1AF77D5}"/>
                      </a:ext>
                    </a:extLst>
                  </p:cNvPr>
                  <p:cNvSpPr/>
                  <p:nvPr/>
                </p:nvSpPr>
                <p:spPr>
                  <a:xfrm>
                    <a:off x="5026782" y="550948"/>
                    <a:ext cx="7519282" cy="5987973"/>
                  </a:xfrm>
                  <a:prstGeom prst="rect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49" name="Retângulo: Cantos Arredondados 48">
                    <a:extLst>
                      <a:ext uri="{FF2B5EF4-FFF2-40B4-BE49-F238E27FC236}">
                        <a16:creationId xmlns:a16="http://schemas.microsoft.com/office/drawing/2014/main" id="{4792C279-B417-5E39-051A-6953883CD05B}"/>
                      </a:ext>
                    </a:extLst>
                  </p:cNvPr>
                  <p:cNvSpPr/>
                  <p:nvPr/>
                </p:nvSpPr>
                <p:spPr>
                  <a:xfrm>
                    <a:off x="-210486" y="-77338"/>
                    <a:ext cx="3009184" cy="6972300"/>
                  </a:xfrm>
                  <a:prstGeom prst="roundRect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50" name="CaixaDeTexto 49">
                    <a:extLst>
                      <a:ext uri="{FF2B5EF4-FFF2-40B4-BE49-F238E27FC236}">
                        <a16:creationId xmlns:a16="http://schemas.microsoft.com/office/drawing/2014/main" id="{574D4C04-7D2B-1AC4-B9B0-D6276A3BE362}"/>
                      </a:ext>
                    </a:extLst>
                  </p:cNvPr>
                  <p:cNvSpPr txBox="1"/>
                  <p:nvPr/>
                </p:nvSpPr>
                <p:spPr>
                  <a:xfrm>
                    <a:off x="-256944" y="1400238"/>
                    <a:ext cx="3767145" cy="27084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85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ARCH LINUX</a:t>
                    </a:r>
                    <a:endParaRPr lang="pt-BR" sz="8500" b="1" spc="-300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1" name="CaixaDeTexto 50">
                    <a:extLst>
                      <a:ext uri="{FF2B5EF4-FFF2-40B4-BE49-F238E27FC236}">
                        <a16:creationId xmlns:a16="http://schemas.microsoft.com/office/drawing/2014/main" id="{6382F21A-0533-B857-A732-EB1AF64F28AE}"/>
                      </a:ext>
                    </a:extLst>
                  </p:cNvPr>
                  <p:cNvSpPr txBox="1"/>
                  <p:nvPr/>
                </p:nvSpPr>
                <p:spPr>
                  <a:xfrm>
                    <a:off x="4519451" y="664314"/>
                    <a:ext cx="3996444" cy="5539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3000" b="1" spc="-3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História e Origens</a:t>
                    </a:r>
                  </a:p>
                </p:txBody>
              </p:sp>
              <p:sp>
                <p:nvSpPr>
                  <p:cNvPr id="52" name="CaixaDeTexto 51">
                    <a:extLst>
                      <a:ext uri="{FF2B5EF4-FFF2-40B4-BE49-F238E27FC236}">
                        <a16:creationId xmlns:a16="http://schemas.microsoft.com/office/drawing/2014/main" id="{E15AF1AA-6D54-E572-806B-C312D21A265F}"/>
                      </a:ext>
                    </a:extLst>
                  </p:cNvPr>
                  <p:cNvSpPr txBox="1"/>
                  <p:nvPr/>
                </p:nvSpPr>
                <p:spPr>
                  <a:xfrm>
                    <a:off x="5044077" y="1313880"/>
                    <a:ext cx="7058498" cy="11695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pt-BR" sz="1400" b="1" i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 Arch Linux é uma distribuição Linux que foi criada por Judd Vinet no ano 2002. A motivação por trás do Arch era fornecer uma plataforma simples e leve, mantendo o controle nas mãos dos usuários para criar um sistema Linux altamente personalizado. A filosofia fundamental do Arch Linux é a simplicidade, elegância e código limpo.</a:t>
                    </a:r>
                    <a:r>
                      <a:rPr lang="pt-BR" sz="1400" b="0" i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 </a:t>
                    </a:r>
                    <a:endParaRPr lang="pt-BR" sz="140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3" name="CaixaDeTexto 52">
                    <a:extLst>
                      <a:ext uri="{FF2B5EF4-FFF2-40B4-BE49-F238E27FC236}">
                        <a16:creationId xmlns:a16="http://schemas.microsoft.com/office/drawing/2014/main" id="{A557892A-7E5C-519E-0F17-F17BFB89540C}"/>
                      </a:ext>
                    </a:extLst>
                  </p:cNvPr>
                  <p:cNvSpPr txBox="1"/>
                  <p:nvPr/>
                </p:nvSpPr>
                <p:spPr>
                  <a:xfrm>
                    <a:off x="4568664" y="2374883"/>
                    <a:ext cx="3996444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3200" b="1" i="0" spc="-300" dirty="0">
                        <a:solidFill>
                          <a:srgbClr val="000000"/>
                        </a:solidFill>
                        <a:effectLst/>
                        <a:latin typeface="WordVisi_MSFontService"/>
                      </a:rPr>
                      <a:t>Objetivo e finalidade</a:t>
                    </a:r>
                    <a:endParaRPr lang="pt-BR" sz="3000" b="1" spc="-3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4" name="CaixaDeTexto 53">
                    <a:extLst>
                      <a:ext uri="{FF2B5EF4-FFF2-40B4-BE49-F238E27FC236}">
                        <a16:creationId xmlns:a16="http://schemas.microsoft.com/office/drawing/2014/main" id="{0D9FDA09-62E3-6E70-DF34-FA6AF166E149}"/>
                      </a:ext>
                    </a:extLst>
                  </p:cNvPr>
                  <p:cNvSpPr txBox="1"/>
                  <p:nvPr/>
                </p:nvSpPr>
                <p:spPr>
                  <a:xfrm>
                    <a:off x="5093290" y="3024449"/>
                    <a:ext cx="7058498" cy="11695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pt-BR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 Arch Linux é uma distribuição de sistema operacional Linux que se destaca por sua simplicidade, alto grau de personalização e atualizações contínuas. Seus principais objetivos são permitir que os usuários construam sistemas personalizados, aprender mais sobre Linux e manter um sistema eficiente. É apreciado por sua comunidade ativa e rapidez de inicialização</a:t>
                    </a:r>
                    <a:endParaRPr lang="pt-BR" sz="14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5" name="CaixaDeTexto 54">
                    <a:extLst>
                      <a:ext uri="{FF2B5EF4-FFF2-40B4-BE49-F238E27FC236}">
                        <a16:creationId xmlns:a16="http://schemas.microsoft.com/office/drawing/2014/main" id="{9EA179D9-2F3D-48EF-8E17-A3B1D5C65145}"/>
                      </a:ext>
                    </a:extLst>
                  </p:cNvPr>
                  <p:cNvSpPr txBox="1"/>
                  <p:nvPr/>
                </p:nvSpPr>
                <p:spPr>
                  <a:xfrm>
                    <a:off x="4585045" y="4245561"/>
                    <a:ext cx="3996444" cy="5539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3000" b="1" i="0" spc="-3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Interface de usuário</a:t>
                    </a:r>
                    <a:r>
                      <a:rPr lang="pt-BR" sz="3000" b="0" i="0" spc="-3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 </a:t>
                    </a:r>
                    <a:endParaRPr lang="pt-BR" sz="3000" b="1" spc="-3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" name="CaixaDeTexto 55">
                    <a:extLst>
                      <a:ext uri="{FF2B5EF4-FFF2-40B4-BE49-F238E27FC236}">
                        <a16:creationId xmlns:a16="http://schemas.microsoft.com/office/drawing/2014/main" id="{04202BB4-163C-B6AC-5D54-648B40C49A1C}"/>
                      </a:ext>
                    </a:extLst>
                  </p:cNvPr>
                  <p:cNvSpPr txBox="1"/>
                  <p:nvPr/>
                </p:nvSpPr>
                <p:spPr>
                  <a:xfrm>
                    <a:off x="5109671" y="4895127"/>
                    <a:ext cx="7058498" cy="16004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pt-BR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 Arch Linux não inclui uma interface de usuário gráfica por padrão, permitindo que os usuários escolham e instalem sua interface preferida. Essa abordagem minimalista reflete a filosofia "faça você mesmo" da distribuição, onde os usuários têm controle total sobre a configuração do sistema. Populares opções incluem KDE Plasma, GNOME, </a:t>
                    </a:r>
                    <a:r>
                      <a:rPr lang="pt-BR" sz="1400" b="1" i="0" dirty="0" err="1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Xfce</a:t>
                    </a:r>
                    <a:r>
                      <a:rPr lang="pt-BR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, e gerenciadores de janelas minimalistas como i3. A instalação e configuração da interface são personalizadas, exigindo um nível mais avançado de conhecimento técnico por parte do usuário.</a:t>
                    </a:r>
                    <a:r>
                      <a:rPr lang="pt-BR" sz="1400" b="0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 </a:t>
                    </a:r>
                    <a:endParaRPr lang="pt-BR" sz="1400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pic>
                <p:nvPicPr>
                  <p:cNvPr id="57" name="Imagem 56" descr="Ícone&#10;&#10;Descrição gerada automaticamente">
                    <a:extLst>
                      <a:ext uri="{FF2B5EF4-FFF2-40B4-BE49-F238E27FC236}">
                        <a16:creationId xmlns:a16="http://schemas.microsoft.com/office/drawing/2014/main" id="{18822738-E9B9-7741-0008-8778AF2824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551047" y="5695346"/>
                    <a:ext cx="1041148" cy="104114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74" name="Agrupar 73">
                <a:extLst>
                  <a:ext uri="{FF2B5EF4-FFF2-40B4-BE49-F238E27FC236}">
                    <a16:creationId xmlns:a16="http://schemas.microsoft.com/office/drawing/2014/main" id="{330E72FF-8AAE-0B0D-9B4E-46051B86D66A}"/>
                  </a:ext>
                </a:extLst>
              </p:cNvPr>
              <p:cNvGrpSpPr/>
              <p:nvPr/>
            </p:nvGrpSpPr>
            <p:grpSpPr>
              <a:xfrm>
                <a:off x="-1" y="0"/>
                <a:ext cx="12192001" cy="6858000"/>
                <a:chOff x="-1" y="0"/>
                <a:chExt cx="12192001" cy="6858000"/>
              </a:xfrm>
            </p:grpSpPr>
            <p:sp>
              <p:nvSpPr>
                <p:cNvPr id="60" name="Retângulo 59">
                  <a:extLst>
                    <a:ext uri="{FF2B5EF4-FFF2-40B4-BE49-F238E27FC236}">
                      <a16:creationId xmlns:a16="http://schemas.microsoft.com/office/drawing/2014/main" id="{D5A331D9-6F87-35EB-0092-CA2E1B559A0C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12192001" cy="685800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61" name="Retângulo 60">
                  <a:extLst>
                    <a:ext uri="{FF2B5EF4-FFF2-40B4-BE49-F238E27FC236}">
                      <a16:creationId xmlns:a16="http://schemas.microsoft.com/office/drawing/2014/main" id="{6C2BE56C-C744-7D3C-8265-63F1877F3EFD}"/>
                    </a:ext>
                  </a:extLst>
                </p:cNvPr>
                <p:cNvSpPr/>
                <p:nvPr/>
              </p:nvSpPr>
              <p:spPr>
                <a:xfrm>
                  <a:off x="361447" y="324480"/>
                  <a:ext cx="4457133" cy="58039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2" name="Triângulo isósceles 61">
                  <a:extLst>
                    <a:ext uri="{FF2B5EF4-FFF2-40B4-BE49-F238E27FC236}">
                      <a16:creationId xmlns:a16="http://schemas.microsoft.com/office/drawing/2014/main" id="{E731AF40-9B0E-35E0-5D06-AD543A207D16}"/>
                    </a:ext>
                  </a:extLst>
                </p:cNvPr>
                <p:cNvSpPr/>
                <p:nvPr/>
              </p:nvSpPr>
              <p:spPr>
                <a:xfrm rot="16200000">
                  <a:off x="3856017" y="2819383"/>
                  <a:ext cx="1587943" cy="842594"/>
                </a:xfrm>
                <a:prstGeom prst="triangl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63" name="CaixaDeTexto 62">
                  <a:extLst>
                    <a:ext uri="{FF2B5EF4-FFF2-40B4-BE49-F238E27FC236}">
                      <a16:creationId xmlns:a16="http://schemas.microsoft.com/office/drawing/2014/main" id="{7F8B75E1-2FB0-5FBE-54CD-93E8D5282E31}"/>
                    </a:ext>
                  </a:extLst>
                </p:cNvPr>
                <p:cNvSpPr txBox="1"/>
                <p:nvPr/>
              </p:nvSpPr>
              <p:spPr>
                <a:xfrm>
                  <a:off x="232231" y="1441422"/>
                  <a:ext cx="4475395" cy="5170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1000" b="1" i="0" spc="-300" dirty="0">
                      <a:solidFill>
                        <a:srgbClr val="00B0F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ARCH LINUX</a:t>
                  </a:r>
                  <a:r>
                    <a:rPr lang="pt-BR" sz="11000" b="1" i="0" spc="-30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 </a:t>
                  </a:r>
                  <a:endParaRPr lang="pt-BR" sz="11000" b="1" spc="-3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64" name="Imagem 63" descr="Ícone&#10;&#10;Descrição gerada automaticamente">
                  <a:extLst>
                    <a:ext uri="{FF2B5EF4-FFF2-40B4-BE49-F238E27FC236}">
                      <a16:creationId xmlns:a16="http://schemas.microsoft.com/office/drawing/2014/main" id="{016F52DA-AA66-401D-ACF8-B9D361D345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40488" y="5742542"/>
                  <a:ext cx="1041148" cy="1041148"/>
                </a:xfrm>
                <a:prstGeom prst="rect">
                  <a:avLst/>
                </a:prstGeom>
              </p:spPr>
            </p:pic>
            <p:sp>
              <p:nvSpPr>
                <p:cNvPr id="65" name="CaixaDeTexto 64">
                  <a:extLst>
                    <a:ext uri="{FF2B5EF4-FFF2-40B4-BE49-F238E27FC236}">
                      <a16:creationId xmlns:a16="http://schemas.microsoft.com/office/drawing/2014/main" id="{43731869-86A5-A88E-0E24-0073A720192D}"/>
                    </a:ext>
                  </a:extLst>
                </p:cNvPr>
                <p:cNvSpPr txBox="1"/>
                <p:nvPr/>
              </p:nvSpPr>
              <p:spPr>
                <a:xfrm>
                  <a:off x="5157535" y="701767"/>
                  <a:ext cx="673549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4000" b="1" i="0" spc="-30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GERENCIADOR DE PACOTES</a:t>
                  </a:r>
                  <a:endParaRPr lang="pt-BR" sz="4000" spc="-3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" name="CaixaDeTexto 65">
                  <a:extLst>
                    <a:ext uri="{FF2B5EF4-FFF2-40B4-BE49-F238E27FC236}">
                      <a16:creationId xmlns:a16="http://schemas.microsoft.com/office/drawing/2014/main" id="{781693ED-BF02-EEFB-81FA-372D040C104B}"/>
                    </a:ext>
                  </a:extLst>
                </p:cNvPr>
                <p:cNvSpPr txBox="1"/>
                <p:nvPr/>
              </p:nvSpPr>
              <p:spPr>
                <a:xfrm>
                  <a:off x="4995370" y="1355156"/>
                  <a:ext cx="6387979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O Arch Linux utiliza o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Pacman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como seu gerenciador de pacotes padrão. O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Pacman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é conhecido por sua simplicidade e eficiência, facilitando a instalação, remoção e atualização de software. Ele gerencia dependências automaticamente, suporta o modelo de "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rolling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release" do Arch e permite aos usuários compilar pacotes a partir do código-fonte. O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Pacman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é uma ferramenta essencial para a gestão de software no Arch Linux, proporcionando uma experiência direta e poderosa.</a:t>
                  </a:r>
                  <a:endParaRPr lang="pt-BR" sz="1500" spc="-1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CaixaDeTexto 66">
                  <a:extLst>
                    <a:ext uri="{FF2B5EF4-FFF2-40B4-BE49-F238E27FC236}">
                      <a16:creationId xmlns:a16="http://schemas.microsoft.com/office/drawing/2014/main" id="{1AC99277-49EC-7423-BA5F-09F8CC36D406}"/>
                    </a:ext>
                  </a:extLst>
                </p:cNvPr>
                <p:cNvSpPr txBox="1"/>
                <p:nvPr/>
              </p:nvSpPr>
              <p:spPr>
                <a:xfrm>
                  <a:off x="5236257" y="3325697"/>
                  <a:ext cx="638622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4000" b="1" i="0" spc="-30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COMUNIDADE E SUPORTE </a:t>
                  </a:r>
                  <a:endParaRPr lang="pt-BR" sz="4000" b="1" spc="-3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" name="CaixaDeTexto 67">
                  <a:extLst>
                    <a:ext uri="{FF2B5EF4-FFF2-40B4-BE49-F238E27FC236}">
                      <a16:creationId xmlns:a16="http://schemas.microsoft.com/office/drawing/2014/main" id="{9BE6407F-1CD3-3D7C-9099-9C1F61D6A035}"/>
                    </a:ext>
                  </a:extLst>
                </p:cNvPr>
                <p:cNvSpPr txBox="1"/>
                <p:nvPr/>
              </p:nvSpPr>
              <p:spPr>
                <a:xfrm>
                  <a:off x="5065094" y="4033583"/>
                  <a:ext cx="6387979" cy="1754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 rtl="0" fontAlgn="base"/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A comunidade do Arch Linux desempenha um papel fundamental no suporte e desenvolvimento da distribuição. A extensa Arch Wiki, fóruns ativos, canais de IRC e listas de discussão proporcionam recursos valiosos para os usuários. O Arch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User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Repository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(AUR), mantido pela comunidade, permite a instalação de pacotes não oficiais. A comunidade contribui significativamente para a documentação, suporte e manutenção, tornando-se uma parte vital da experiência do Arch Linux. </a:t>
                  </a:r>
                </a:p>
                <a:p>
                  <a:pPr algn="ctr" rtl="0" fontAlgn="base"/>
                  <a:r>
                    <a:rPr lang="pt-BR" sz="1800" b="0" i="0" dirty="0"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</a:rPr>
                    <a:t> </a:t>
                  </a:r>
                  <a:endParaRPr lang="pt-BR" sz="1600" b="0" i="0" dirty="0">
                    <a:solidFill>
                      <a:srgbClr val="000000"/>
                    </a:solidFill>
                    <a:effectLst/>
                    <a:latin typeface="Segoe UI" panose="020B0502040204020203" pitchFamily="34" charset="0"/>
                  </a:endParaRPr>
                </a:p>
              </p:txBody>
            </p:sp>
          </p:grpSp>
        </p:grpSp>
        <p:sp>
          <p:nvSpPr>
            <p:cNvPr id="76" name="Retângulo 75">
              <a:extLst>
                <a:ext uri="{FF2B5EF4-FFF2-40B4-BE49-F238E27FC236}">
                  <a16:creationId xmlns:a16="http://schemas.microsoft.com/office/drawing/2014/main" id="{7F7502D5-CC17-54AE-C087-BF9AECB68F84}"/>
                </a:ext>
              </a:extLst>
            </p:cNvPr>
            <p:cNvSpPr/>
            <p:nvPr/>
          </p:nvSpPr>
          <p:spPr>
            <a:xfrm>
              <a:off x="2220335" y="3727391"/>
              <a:ext cx="7969039" cy="356409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7" name="CaixaDeTexto 76">
              <a:extLst>
                <a:ext uri="{FF2B5EF4-FFF2-40B4-BE49-F238E27FC236}">
                  <a16:creationId xmlns:a16="http://schemas.microsoft.com/office/drawing/2014/main" id="{A84B6C15-3456-EBE1-C8EE-459F28DBC769}"/>
                </a:ext>
              </a:extLst>
            </p:cNvPr>
            <p:cNvSpPr txBox="1"/>
            <p:nvPr/>
          </p:nvSpPr>
          <p:spPr>
            <a:xfrm>
              <a:off x="3392413" y="1362712"/>
              <a:ext cx="5900818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0000" b="1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2775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Agrupar 78">
            <a:extLst>
              <a:ext uri="{FF2B5EF4-FFF2-40B4-BE49-F238E27FC236}">
                <a16:creationId xmlns:a16="http://schemas.microsoft.com/office/drawing/2014/main" id="{D996EDD7-661A-71EC-0E4D-EA59234CE7D9}"/>
              </a:ext>
            </a:extLst>
          </p:cNvPr>
          <p:cNvGrpSpPr/>
          <p:nvPr/>
        </p:nvGrpSpPr>
        <p:grpSpPr>
          <a:xfrm>
            <a:off x="-290508" y="-23933456"/>
            <a:ext cx="13995595" cy="42448967"/>
            <a:chOff x="-481008" y="-37916156"/>
            <a:chExt cx="13995595" cy="42448967"/>
          </a:xfrm>
        </p:grpSpPr>
        <p:grpSp>
          <p:nvGrpSpPr>
            <p:cNvPr id="75" name="Agrupar 74">
              <a:extLst>
                <a:ext uri="{FF2B5EF4-FFF2-40B4-BE49-F238E27FC236}">
                  <a16:creationId xmlns:a16="http://schemas.microsoft.com/office/drawing/2014/main" id="{80A26B30-5698-F153-F152-355FDFC44867}"/>
                </a:ext>
              </a:extLst>
            </p:cNvPr>
            <p:cNvGrpSpPr/>
            <p:nvPr/>
          </p:nvGrpSpPr>
          <p:grpSpPr>
            <a:xfrm>
              <a:off x="-481008" y="-37916156"/>
              <a:ext cx="13995595" cy="37868078"/>
              <a:chOff x="-466494" y="-31010078"/>
              <a:chExt cx="13995595" cy="37868078"/>
            </a:xfrm>
          </p:grpSpPr>
          <p:grpSp>
            <p:nvGrpSpPr>
              <p:cNvPr id="59" name="Agrupar 58">
                <a:extLst>
                  <a:ext uri="{FF2B5EF4-FFF2-40B4-BE49-F238E27FC236}">
                    <a16:creationId xmlns:a16="http://schemas.microsoft.com/office/drawing/2014/main" id="{524B5DE6-E9E7-7C4B-93A8-B073DA8AC9BE}"/>
                  </a:ext>
                </a:extLst>
              </p:cNvPr>
              <p:cNvGrpSpPr/>
              <p:nvPr/>
            </p:nvGrpSpPr>
            <p:grpSpPr>
              <a:xfrm>
                <a:off x="-466494" y="-31010078"/>
                <a:ext cx="13995595" cy="30819578"/>
                <a:chOff x="-256944" y="-23924616"/>
                <a:chExt cx="13995595" cy="30819578"/>
              </a:xfrm>
            </p:grpSpPr>
            <p:grpSp>
              <p:nvGrpSpPr>
                <p:cNvPr id="47" name="Agrupar 46">
                  <a:extLst>
                    <a:ext uri="{FF2B5EF4-FFF2-40B4-BE49-F238E27FC236}">
                      <a16:creationId xmlns:a16="http://schemas.microsoft.com/office/drawing/2014/main" id="{D8172B1D-A05D-41B2-1C0C-32FDC6794791}"/>
                    </a:ext>
                  </a:extLst>
                </p:cNvPr>
                <p:cNvGrpSpPr/>
                <p:nvPr/>
              </p:nvGrpSpPr>
              <p:grpSpPr>
                <a:xfrm>
                  <a:off x="0" y="-23924616"/>
                  <a:ext cx="13738651" cy="24138683"/>
                  <a:chOff x="-162741" y="-15847416"/>
                  <a:chExt cx="13738651" cy="24138683"/>
                </a:xfrm>
              </p:grpSpPr>
              <p:grpSp>
                <p:nvGrpSpPr>
                  <p:cNvPr id="21" name="Agrupar 20">
                    <a:extLst>
                      <a:ext uri="{FF2B5EF4-FFF2-40B4-BE49-F238E27FC236}">
                        <a16:creationId xmlns:a16="http://schemas.microsoft.com/office/drawing/2014/main" id="{29F6C6DA-37A3-5F47-2D29-3B501A5B4E3C}"/>
                      </a:ext>
                    </a:extLst>
                  </p:cNvPr>
                  <p:cNvGrpSpPr/>
                  <p:nvPr/>
                </p:nvGrpSpPr>
                <p:grpSpPr>
                  <a:xfrm>
                    <a:off x="-162741" y="-15847416"/>
                    <a:ext cx="12354741" cy="15952284"/>
                    <a:chOff x="-162741" y="-7868698"/>
                    <a:chExt cx="12354741" cy="15952284"/>
                  </a:xfrm>
                </p:grpSpPr>
                <p:grpSp>
                  <p:nvGrpSpPr>
                    <p:cNvPr id="7" name="Agrupar 6">
                      <a:extLst>
                        <a:ext uri="{FF2B5EF4-FFF2-40B4-BE49-F238E27FC236}">
                          <a16:creationId xmlns:a16="http://schemas.microsoft.com/office/drawing/2014/main" id="{89550AB8-47D9-9D5C-0288-7121131D10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0753" y="-7868698"/>
                      <a:ext cx="12011247" cy="6858000"/>
                      <a:chOff x="180753" y="0"/>
                      <a:chExt cx="12011247" cy="6858000"/>
                    </a:xfrm>
                  </p:grpSpPr>
                  <p:pic>
                    <p:nvPicPr>
                      <p:cNvPr id="4" name="Imagem 3" descr="Ícone&#10;&#10;Descrição gerada automaticamente">
                        <a:extLst>
                          <a:ext uri="{FF2B5EF4-FFF2-40B4-BE49-F238E27FC236}">
                            <a16:creationId xmlns:a16="http://schemas.microsoft.com/office/drawing/2014/main" id="{F5C0BD21-9515-1BA3-CA2F-B93C50EC36A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80753" y="5603358"/>
                        <a:ext cx="1116419" cy="1116419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5" name="CaixaDeTexto 4">
                        <a:extLst>
                          <a:ext uri="{FF2B5EF4-FFF2-40B4-BE49-F238E27FC236}">
                            <a16:creationId xmlns:a16="http://schemas.microsoft.com/office/drawing/2014/main" id="{4C509044-28FD-7A04-2FCE-A2A2A648368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135265" y="0"/>
                        <a:ext cx="8892576" cy="68580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892576" h="6858000">
                            <a:moveTo>
                              <a:pt x="5396909" y="5119189"/>
                            </a:moveTo>
                            <a:lnTo>
                              <a:pt x="5573196" y="5119189"/>
                            </a:lnTo>
                            <a:lnTo>
                              <a:pt x="5569062" y="5120431"/>
                            </a:lnTo>
                            <a:cubicBezTo>
                              <a:pt x="5528931" y="5128839"/>
                              <a:pt x="5485058" y="5134725"/>
                              <a:pt x="5437445" y="5138088"/>
                            </a:cubicBezTo>
                            <a:lnTo>
                              <a:pt x="5396909" y="5139448"/>
                            </a:lnTo>
                            <a:close/>
                            <a:moveTo>
                              <a:pt x="0" y="5119189"/>
                            </a:moveTo>
                            <a:lnTo>
                              <a:pt x="5077232" y="5119189"/>
                            </a:lnTo>
                            <a:lnTo>
                              <a:pt x="5113977" y="5126789"/>
                            </a:lnTo>
                            <a:cubicBezTo>
                              <a:pt x="5178166" y="5136563"/>
                              <a:pt x="5252584" y="5141451"/>
                              <a:pt x="5337230" y="5141451"/>
                            </a:cubicBezTo>
                            <a:lnTo>
                              <a:pt x="5396909" y="5139448"/>
                            </a:lnTo>
                            <a:lnTo>
                              <a:pt x="5396909" y="5342473"/>
                            </a:lnTo>
                            <a:lnTo>
                              <a:pt x="0" y="5342473"/>
                            </a:lnTo>
                            <a:close/>
                            <a:moveTo>
                              <a:pt x="630393" y="3353002"/>
                            </a:moveTo>
                            <a:lnTo>
                              <a:pt x="988324" y="3353002"/>
                            </a:lnTo>
                            <a:lnTo>
                              <a:pt x="988324" y="4812541"/>
                            </a:lnTo>
                            <a:lnTo>
                              <a:pt x="1878316" y="4812541"/>
                            </a:lnTo>
                            <a:lnTo>
                              <a:pt x="1878316" y="5111220"/>
                            </a:lnTo>
                            <a:lnTo>
                              <a:pt x="630393" y="5111220"/>
                            </a:lnTo>
                            <a:close/>
                            <a:moveTo>
                              <a:pt x="6279052" y="3338491"/>
                            </a:moveTo>
                            <a:lnTo>
                              <a:pt x="6828041" y="4186160"/>
                            </a:lnTo>
                            <a:lnTo>
                              <a:pt x="6222218" y="5111220"/>
                            </a:lnTo>
                            <a:lnTo>
                              <a:pt x="6651494" y="5111220"/>
                            </a:lnTo>
                            <a:lnTo>
                              <a:pt x="7045703" y="4498141"/>
                            </a:lnTo>
                            <a:lnTo>
                              <a:pt x="7438701" y="5111220"/>
                            </a:lnTo>
                            <a:lnTo>
                              <a:pt x="7870396" y="5111220"/>
                            </a:lnTo>
                            <a:lnTo>
                              <a:pt x="7264573" y="4199462"/>
                            </a:lnTo>
                            <a:lnTo>
                              <a:pt x="7815981" y="3338491"/>
                            </a:lnTo>
                            <a:lnTo>
                              <a:pt x="7401215" y="3338491"/>
                            </a:lnTo>
                            <a:lnTo>
                              <a:pt x="7052958" y="3908038"/>
                            </a:lnTo>
                            <a:lnTo>
                              <a:pt x="6697445" y="3338491"/>
                            </a:lnTo>
                            <a:close/>
                            <a:moveTo>
                              <a:pt x="4609275" y="3338491"/>
                            </a:moveTo>
                            <a:lnTo>
                              <a:pt x="4967207" y="3338491"/>
                            </a:lnTo>
                            <a:lnTo>
                              <a:pt x="4967207" y="4298618"/>
                            </a:lnTo>
                            <a:cubicBezTo>
                              <a:pt x="4967207" y="4450981"/>
                              <a:pt x="4971640" y="4549735"/>
                              <a:pt x="4980508" y="4594879"/>
                            </a:cubicBezTo>
                            <a:cubicBezTo>
                              <a:pt x="4995825" y="4667433"/>
                              <a:pt x="5032303" y="4725678"/>
                              <a:pt x="5089943" y="4769613"/>
                            </a:cubicBezTo>
                            <a:cubicBezTo>
                              <a:pt x="5147583" y="4813548"/>
                              <a:pt x="5226385" y="4835516"/>
                              <a:pt x="5326347" y="4835516"/>
                            </a:cubicBezTo>
                            <a:lnTo>
                              <a:pt x="5396909" y="4831675"/>
                            </a:lnTo>
                            <a:lnTo>
                              <a:pt x="5396909" y="5119189"/>
                            </a:lnTo>
                            <a:lnTo>
                              <a:pt x="5077232" y="5119189"/>
                            </a:lnTo>
                            <a:lnTo>
                              <a:pt x="5025363" y="5108462"/>
                            </a:lnTo>
                            <a:cubicBezTo>
                              <a:pt x="4998382" y="5101131"/>
                              <a:pt x="4973958" y="5092578"/>
                              <a:pt x="4952091" y="5082803"/>
                            </a:cubicBezTo>
                            <a:cubicBezTo>
                              <a:pt x="4864624" y="5043705"/>
                              <a:pt x="4795496" y="4992917"/>
                              <a:pt x="4744708" y="4930440"/>
                            </a:cubicBezTo>
                            <a:cubicBezTo>
                              <a:pt x="4693921" y="4867964"/>
                              <a:pt x="4660466" y="4802464"/>
                              <a:pt x="4644343" y="4733941"/>
                            </a:cubicBezTo>
                            <a:cubicBezTo>
                              <a:pt x="4620964" y="4632366"/>
                              <a:pt x="4609275" y="4482421"/>
                              <a:pt x="4609275" y="4284108"/>
                            </a:cubicBezTo>
                            <a:close/>
                            <a:moveTo>
                              <a:pt x="2824621" y="3338491"/>
                            </a:moveTo>
                            <a:lnTo>
                              <a:pt x="3172879" y="3338491"/>
                            </a:lnTo>
                            <a:lnTo>
                              <a:pt x="3898416" y="4522326"/>
                            </a:lnTo>
                            <a:lnTo>
                              <a:pt x="3898416" y="3338491"/>
                            </a:lnTo>
                            <a:lnTo>
                              <a:pt x="4230954" y="3338491"/>
                            </a:lnTo>
                            <a:lnTo>
                              <a:pt x="4230954" y="5111220"/>
                            </a:lnTo>
                            <a:lnTo>
                              <a:pt x="3871813" y="5111220"/>
                            </a:lnTo>
                            <a:lnTo>
                              <a:pt x="3157159" y="3955198"/>
                            </a:lnTo>
                            <a:lnTo>
                              <a:pt x="3157159" y="5111220"/>
                            </a:lnTo>
                            <a:lnTo>
                              <a:pt x="2824621" y="5111220"/>
                            </a:lnTo>
                            <a:close/>
                            <a:moveTo>
                              <a:pt x="2124311" y="3338491"/>
                            </a:moveTo>
                            <a:lnTo>
                              <a:pt x="2482242" y="3338491"/>
                            </a:lnTo>
                            <a:lnTo>
                              <a:pt x="2482242" y="5111220"/>
                            </a:lnTo>
                            <a:lnTo>
                              <a:pt x="2124311" y="5111220"/>
                            </a:lnTo>
                            <a:close/>
                            <a:moveTo>
                              <a:pt x="3772172" y="2185129"/>
                            </a:moveTo>
                            <a:lnTo>
                              <a:pt x="3772172" y="2367443"/>
                            </a:lnTo>
                            <a:lnTo>
                              <a:pt x="3899606" y="2367443"/>
                            </a:lnTo>
                            <a:cubicBezTo>
                              <a:pt x="3949216" y="2367443"/>
                              <a:pt x="3980687" y="2366048"/>
                              <a:pt x="3994019" y="2363258"/>
                            </a:cubicBezTo>
                            <a:cubicBezTo>
                              <a:pt x="4014483" y="2359537"/>
                              <a:pt x="4031149" y="2350468"/>
                              <a:pt x="4044017" y="2336050"/>
                            </a:cubicBezTo>
                            <a:cubicBezTo>
                              <a:pt x="4056883" y="2321633"/>
                              <a:pt x="4063317" y="2302331"/>
                              <a:pt x="4063317" y="2278147"/>
                            </a:cubicBezTo>
                            <a:cubicBezTo>
                              <a:pt x="4063317" y="2257683"/>
                              <a:pt x="4058357" y="2240319"/>
                              <a:pt x="4048435" y="2226057"/>
                            </a:cubicBezTo>
                            <a:cubicBezTo>
                              <a:pt x="4038513" y="2211794"/>
                              <a:pt x="4024173" y="2201407"/>
                              <a:pt x="4005414" y="2194896"/>
                            </a:cubicBezTo>
                            <a:cubicBezTo>
                              <a:pt x="3986655" y="2188385"/>
                              <a:pt x="3945960" y="2185129"/>
                              <a:pt x="3883328" y="2185129"/>
                            </a:cubicBezTo>
                            <a:close/>
                            <a:moveTo>
                              <a:pt x="2819672" y="1915843"/>
                            </a:moveTo>
                            <a:lnTo>
                              <a:pt x="2819672" y="2088856"/>
                            </a:lnTo>
                            <a:lnTo>
                              <a:pt x="2921527" y="2088856"/>
                            </a:lnTo>
                            <a:cubicBezTo>
                              <a:pt x="2987569" y="2088856"/>
                              <a:pt x="3028807" y="2086066"/>
                              <a:pt x="3045240" y="2080484"/>
                            </a:cubicBezTo>
                            <a:cubicBezTo>
                              <a:pt x="3061673" y="2074903"/>
                              <a:pt x="3074541" y="2065291"/>
                              <a:pt x="3083842" y="2051649"/>
                            </a:cubicBezTo>
                            <a:cubicBezTo>
                              <a:pt x="3093144" y="2038006"/>
                              <a:pt x="3097795" y="2020953"/>
                              <a:pt x="3097795" y="2000489"/>
                            </a:cubicBezTo>
                            <a:cubicBezTo>
                              <a:pt x="3097795" y="1977545"/>
                              <a:pt x="3091671" y="1959019"/>
                              <a:pt x="3079424" y="1944911"/>
                            </a:cubicBezTo>
                            <a:cubicBezTo>
                              <a:pt x="3067176" y="1930803"/>
                              <a:pt x="3049891" y="1921889"/>
                              <a:pt x="3027567" y="1918169"/>
                            </a:cubicBezTo>
                            <a:cubicBezTo>
                              <a:pt x="3016405" y="1916618"/>
                              <a:pt x="2982918" y="1915843"/>
                              <a:pt x="2927108" y="1915843"/>
                            </a:cubicBezTo>
                            <a:close/>
                            <a:moveTo>
                              <a:pt x="647043" y="1915843"/>
                            </a:moveTo>
                            <a:lnTo>
                              <a:pt x="647043" y="2367443"/>
                            </a:lnTo>
                            <a:lnTo>
                              <a:pt x="749827" y="2367443"/>
                            </a:lnTo>
                            <a:cubicBezTo>
                              <a:pt x="788275" y="2367443"/>
                              <a:pt x="816024" y="2365273"/>
                              <a:pt x="833078" y="2360932"/>
                            </a:cubicBezTo>
                            <a:cubicBezTo>
                              <a:pt x="855402" y="2355351"/>
                              <a:pt x="873928" y="2345895"/>
                              <a:pt x="888656" y="2332562"/>
                            </a:cubicBezTo>
                            <a:cubicBezTo>
                              <a:pt x="903383" y="2319230"/>
                              <a:pt x="915398" y="2297293"/>
                              <a:pt x="924700" y="2266752"/>
                            </a:cubicBezTo>
                            <a:cubicBezTo>
                              <a:pt x="934002" y="2236212"/>
                              <a:pt x="938653" y="2194586"/>
                              <a:pt x="938653" y="2141876"/>
                            </a:cubicBezTo>
                            <a:cubicBezTo>
                              <a:pt x="938653" y="2089166"/>
                              <a:pt x="934002" y="2048703"/>
                              <a:pt x="924700" y="2020488"/>
                            </a:cubicBezTo>
                            <a:cubicBezTo>
                              <a:pt x="915398" y="1992273"/>
                              <a:pt x="902376" y="1970259"/>
                              <a:pt x="885633" y="1954445"/>
                            </a:cubicBezTo>
                            <a:cubicBezTo>
                              <a:pt x="868889" y="1938633"/>
                              <a:pt x="847650" y="1927936"/>
                              <a:pt x="821916" y="1922355"/>
                            </a:cubicBezTo>
                            <a:cubicBezTo>
                              <a:pt x="802692" y="1918014"/>
                              <a:pt x="765020" y="1915843"/>
                              <a:pt x="708899" y="1915843"/>
                            </a:cubicBezTo>
                            <a:close/>
                            <a:moveTo>
                              <a:pt x="3772172" y="1913983"/>
                            </a:moveTo>
                            <a:lnTo>
                              <a:pt x="3772172" y="2071648"/>
                            </a:lnTo>
                            <a:lnTo>
                              <a:pt x="3862399" y="2071648"/>
                            </a:lnTo>
                            <a:cubicBezTo>
                              <a:pt x="3916040" y="2071648"/>
                              <a:pt x="3949371" y="2070873"/>
                              <a:pt x="3962393" y="2069322"/>
                            </a:cubicBezTo>
                            <a:cubicBezTo>
                              <a:pt x="3985958" y="2066532"/>
                              <a:pt x="4004484" y="2058393"/>
                              <a:pt x="4017971" y="2044905"/>
                            </a:cubicBezTo>
                            <a:cubicBezTo>
                              <a:pt x="4031459" y="2031418"/>
                              <a:pt x="4038203" y="2013667"/>
                              <a:pt x="4038203" y="1991653"/>
                            </a:cubicBezTo>
                            <a:cubicBezTo>
                              <a:pt x="4038203" y="1970569"/>
                              <a:pt x="4032389" y="1953438"/>
                              <a:pt x="4020762" y="1940260"/>
                            </a:cubicBezTo>
                            <a:cubicBezTo>
                              <a:pt x="4009135" y="1927083"/>
                              <a:pt x="3991849" y="1919099"/>
                              <a:pt x="3968905" y="1916308"/>
                            </a:cubicBezTo>
                            <a:cubicBezTo>
                              <a:pt x="3955262" y="1914758"/>
                              <a:pt x="3916040" y="1913983"/>
                              <a:pt x="3851237" y="1913983"/>
                            </a:cubicBezTo>
                            <a:close/>
                            <a:moveTo>
                              <a:pt x="6261378" y="1906542"/>
                            </a:moveTo>
                            <a:cubicBezTo>
                              <a:pt x="6318119" y="1906542"/>
                              <a:pt x="6363620" y="1925765"/>
                              <a:pt x="6397882" y="1964212"/>
                            </a:cubicBezTo>
                            <a:cubicBezTo>
                              <a:pt x="6432143" y="2002660"/>
                              <a:pt x="6449274" y="2060951"/>
                              <a:pt x="6449274" y="2139085"/>
                            </a:cubicBezTo>
                            <a:cubicBezTo>
                              <a:pt x="6449274" y="2218150"/>
                              <a:pt x="6431678" y="2277449"/>
                              <a:pt x="6396486" y="2316981"/>
                            </a:cubicBezTo>
                            <a:cubicBezTo>
                              <a:pt x="6361295" y="2356514"/>
                              <a:pt x="6316259" y="2376280"/>
                              <a:pt x="6261378" y="2376280"/>
                            </a:cubicBezTo>
                            <a:cubicBezTo>
                              <a:pt x="6206498" y="2376280"/>
                              <a:pt x="6161229" y="2356359"/>
                              <a:pt x="6125573" y="2316517"/>
                            </a:cubicBezTo>
                            <a:cubicBezTo>
                              <a:pt x="6089916" y="2276674"/>
                              <a:pt x="6072088" y="2218150"/>
                              <a:pt x="6072088" y="2140946"/>
                            </a:cubicBezTo>
                            <a:cubicBezTo>
                              <a:pt x="6072088" y="2062501"/>
                              <a:pt x="6089451" y="2003822"/>
                              <a:pt x="6124177" y="1964910"/>
                            </a:cubicBezTo>
                            <a:cubicBezTo>
                              <a:pt x="6158904" y="1925998"/>
                              <a:pt x="6204638" y="1906542"/>
                              <a:pt x="6261378" y="1906542"/>
                            </a:cubicBezTo>
                            <a:close/>
                            <a:moveTo>
                              <a:pt x="5396909" y="1834569"/>
                            </a:moveTo>
                            <a:lnTo>
                              <a:pt x="5396909" y="2058963"/>
                            </a:lnTo>
                            <a:lnTo>
                              <a:pt x="5392959" y="2080513"/>
                            </a:lnTo>
                            <a:cubicBezTo>
                              <a:pt x="5390992" y="2098012"/>
                              <a:pt x="5390008" y="2116916"/>
                              <a:pt x="5390008" y="2137225"/>
                            </a:cubicBezTo>
                            <a:cubicBezTo>
                              <a:pt x="5390008" y="2158774"/>
                              <a:pt x="5390977" y="2178773"/>
                              <a:pt x="5392915" y="2197221"/>
                            </a:cubicBezTo>
                            <a:lnTo>
                              <a:pt x="5396909" y="2220441"/>
                            </a:lnTo>
                            <a:lnTo>
                              <a:pt x="5396909" y="2449061"/>
                            </a:lnTo>
                            <a:lnTo>
                              <a:pt x="5335593" y="2401162"/>
                            </a:lnTo>
                            <a:cubicBezTo>
                              <a:pt x="5277302" y="2339306"/>
                              <a:pt x="5248157" y="2254737"/>
                              <a:pt x="5248157" y="2147457"/>
                            </a:cubicBezTo>
                            <a:cubicBezTo>
                              <a:pt x="5248157" y="2033976"/>
                              <a:pt x="5277457" y="1945841"/>
                              <a:pt x="5336058" y="1883055"/>
                            </a:cubicBezTo>
                            <a:cubicBezTo>
                              <a:pt x="5350709" y="1867358"/>
                              <a:pt x="5366512" y="1853623"/>
                              <a:pt x="5383468" y="1841851"/>
                            </a:cubicBezTo>
                            <a:close/>
                            <a:moveTo>
                              <a:pt x="6701091" y="1800501"/>
                            </a:moveTo>
                            <a:lnTo>
                              <a:pt x="6701091" y="2482320"/>
                            </a:lnTo>
                            <a:lnTo>
                              <a:pt x="7219664" y="2482320"/>
                            </a:lnTo>
                            <a:lnTo>
                              <a:pt x="7219664" y="2367443"/>
                            </a:lnTo>
                            <a:lnTo>
                              <a:pt x="6838757" y="2367443"/>
                            </a:lnTo>
                            <a:lnTo>
                              <a:pt x="6838757" y="2181873"/>
                            </a:lnTo>
                            <a:lnTo>
                              <a:pt x="7181061" y="2181873"/>
                            </a:lnTo>
                            <a:lnTo>
                              <a:pt x="7181061" y="2066997"/>
                            </a:lnTo>
                            <a:lnTo>
                              <a:pt x="6838757" y="2066997"/>
                            </a:lnTo>
                            <a:lnTo>
                              <a:pt x="6838757" y="1915843"/>
                            </a:lnTo>
                            <a:lnTo>
                              <a:pt x="7206641" y="1915843"/>
                            </a:lnTo>
                            <a:lnTo>
                              <a:pt x="7206641" y="1800501"/>
                            </a:lnTo>
                            <a:close/>
                            <a:moveTo>
                              <a:pt x="5001455" y="1800501"/>
                            </a:moveTo>
                            <a:lnTo>
                              <a:pt x="5139121" y="1800501"/>
                            </a:lnTo>
                            <a:lnTo>
                              <a:pt x="5139121" y="2482320"/>
                            </a:lnTo>
                            <a:lnTo>
                              <a:pt x="5001455" y="2482320"/>
                            </a:lnTo>
                            <a:close/>
                            <a:moveTo>
                              <a:pt x="4318911" y="1800501"/>
                            </a:moveTo>
                            <a:lnTo>
                              <a:pt x="4456577" y="1800501"/>
                            </a:lnTo>
                            <a:lnTo>
                              <a:pt x="4456577" y="2169781"/>
                            </a:lnTo>
                            <a:cubicBezTo>
                              <a:pt x="4456577" y="2228382"/>
                              <a:pt x="4458283" y="2266364"/>
                              <a:pt x="4461693" y="2283728"/>
                            </a:cubicBezTo>
                            <a:cubicBezTo>
                              <a:pt x="4467584" y="2311633"/>
                              <a:pt x="4481614" y="2334035"/>
                              <a:pt x="4503784" y="2350933"/>
                            </a:cubicBezTo>
                            <a:cubicBezTo>
                              <a:pt x="4525953" y="2367831"/>
                              <a:pt x="4556261" y="2376280"/>
                              <a:pt x="4594708" y="2376280"/>
                            </a:cubicBezTo>
                            <a:cubicBezTo>
                              <a:pt x="4633776" y="2376280"/>
                              <a:pt x="4663231" y="2368296"/>
                              <a:pt x="4683075" y="2352328"/>
                            </a:cubicBezTo>
                            <a:cubicBezTo>
                              <a:pt x="4702919" y="2336360"/>
                              <a:pt x="4714856" y="2316749"/>
                              <a:pt x="4718887" y="2293495"/>
                            </a:cubicBezTo>
                            <a:cubicBezTo>
                              <a:pt x="4722918" y="2270240"/>
                              <a:pt x="4724933" y="2231638"/>
                              <a:pt x="4724933" y="2177688"/>
                            </a:cubicBezTo>
                            <a:lnTo>
                              <a:pt x="4724933" y="1800501"/>
                            </a:lnTo>
                            <a:lnTo>
                              <a:pt x="4862599" y="1800501"/>
                            </a:lnTo>
                            <a:lnTo>
                              <a:pt x="4862599" y="2158619"/>
                            </a:lnTo>
                            <a:cubicBezTo>
                              <a:pt x="4862599" y="2240475"/>
                              <a:pt x="4858878" y="2298301"/>
                              <a:pt x="4851437" y="2332097"/>
                            </a:cubicBezTo>
                            <a:cubicBezTo>
                              <a:pt x="4843995" y="2365893"/>
                              <a:pt x="4830275" y="2394419"/>
                              <a:pt x="4810277" y="2417673"/>
                            </a:cubicBezTo>
                            <a:cubicBezTo>
                              <a:pt x="4790278" y="2440927"/>
                              <a:pt x="4763535" y="2459454"/>
                              <a:pt x="4730049" y="2473251"/>
                            </a:cubicBezTo>
                            <a:cubicBezTo>
                              <a:pt x="4696563" y="2487049"/>
                              <a:pt x="4652844" y="2493948"/>
                              <a:pt x="4598894" y="2493948"/>
                            </a:cubicBezTo>
                            <a:cubicBezTo>
                              <a:pt x="4533782" y="2493948"/>
                              <a:pt x="4484405" y="2486429"/>
                              <a:pt x="4450764" y="2471391"/>
                            </a:cubicBezTo>
                            <a:cubicBezTo>
                              <a:pt x="4417122" y="2456353"/>
                              <a:pt x="4390535" y="2436819"/>
                              <a:pt x="4371001" y="2412790"/>
                            </a:cubicBezTo>
                            <a:cubicBezTo>
                              <a:pt x="4351467" y="2388760"/>
                              <a:pt x="4338600" y="2363568"/>
                              <a:pt x="4332399" y="2337213"/>
                            </a:cubicBezTo>
                            <a:cubicBezTo>
                              <a:pt x="4323407" y="2298146"/>
                              <a:pt x="4318911" y="2240475"/>
                              <a:pt x="4318911" y="2164200"/>
                            </a:cubicBezTo>
                            <a:close/>
                            <a:moveTo>
                              <a:pt x="3634506" y="1800501"/>
                            </a:moveTo>
                            <a:lnTo>
                              <a:pt x="3907048" y="1800501"/>
                            </a:lnTo>
                            <a:cubicBezTo>
                              <a:pt x="3960998" y="1800501"/>
                              <a:pt x="4001228" y="1802750"/>
                              <a:pt x="4027738" y="1807245"/>
                            </a:cubicBezTo>
                            <a:cubicBezTo>
                              <a:pt x="4054248" y="1811741"/>
                              <a:pt x="4077968" y="1821120"/>
                              <a:pt x="4098897" y="1835383"/>
                            </a:cubicBezTo>
                            <a:cubicBezTo>
                              <a:pt x="4119826" y="1849646"/>
                              <a:pt x="4137266" y="1868637"/>
                              <a:pt x="4151219" y="1892356"/>
                            </a:cubicBezTo>
                            <a:cubicBezTo>
                              <a:pt x="4165172" y="1916076"/>
                              <a:pt x="4172148" y="1942663"/>
                              <a:pt x="4172148" y="1972119"/>
                            </a:cubicBezTo>
                            <a:cubicBezTo>
                              <a:pt x="4172148" y="2004055"/>
                              <a:pt x="4163544" y="2033356"/>
                              <a:pt x="4146336" y="2060021"/>
                            </a:cubicBezTo>
                            <a:cubicBezTo>
                              <a:pt x="4129127" y="2086686"/>
                              <a:pt x="4105796" y="2106684"/>
                              <a:pt x="4076340" y="2120017"/>
                            </a:cubicBezTo>
                            <a:cubicBezTo>
                              <a:pt x="4117888" y="2132109"/>
                              <a:pt x="4149824" y="2152728"/>
                              <a:pt x="4172148" y="2181873"/>
                            </a:cubicBezTo>
                            <a:cubicBezTo>
                              <a:pt x="4194472" y="2211019"/>
                              <a:pt x="4205634" y="2245280"/>
                              <a:pt x="4205634" y="2284658"/>
                            </a:cubicBezTo>
                            <a:cubicBezTo>
                              <a:pt x="4205634" y="2315664"/>
                              <a:pt x="4198425" y="2345817"/>
                              <a:pt x="4184008" y="2375117"/>
                            </a:cubicBezTo>
                            <a:cubicBezTo>
                              <a:pt x="4169590" y="2404418"/>
                              <a:pt x="4149901" y="2427827"/>
                              <a:pt x="4124942" y="2445346"/>
                            </a:cubicBezTo>
                            <a:cubicBezTo>
                              <a:pt x="4099982" y="2462864"/>
                              <a:pt x="4069208" y="2473639"/>
                              <a:pt x="4032622" y="2477669"/>
                            </a:cubicBezTo>
                            <a:cubicBezTo>
                              <a:pt x="4009677" y="2480150"/>
                              <a:pt x="3954332" y="2481700"/>
                              <a:pt x="3866585" y="2482320"/>
                            </a:cubicBezTo>
                            <a:lnTo>
                              <a:pt x="3634506" y="2482320"/>
                            </a:lnTo>
                            <a:close/>
                            <a:moveTo>
                              <a:pt x="3363155" y="1800501"/>
                            </a:moveTo>
                            <a:lnTo>
                              <a:pt x="3500822" y="1800501"/>
                            </a:lnTo>
                            <a:lnTo>
                              <a:pt x="3500822" y="2482320"/>
                            </a:lnTo>
                            <a:lnTo>
                              <a:pt x="3363155" y="2482320"/>
                            </a:lnTo>
                            <a:close/>
                            <a:moveTo>
                              <a:pt x="2682007" y="1800501"/>
                            </a:moveTo>
                            <a:lnTo>
                              <a:pt x="2971756" y="1800501"/>
                            </a:lnTo>
                            <a:cubicBezTo>
                              <a:pt x="3044620" y="1800501"/>
                              <a:pt x="3097562" y="1806625"/>
                              <a:pt x="3130584" y="1818872"/>
                            </a:cubicBezTo>
                            <a:cubicBezTo>
                              <a:pt x="3163605" y="1831120"/>
                              <a:pt x="3190038" y="1852901"/>
                              <a:pt x="3209881" y="1884217"/>
                            </a:cubicBezTo>
                            <a:cubicBezTo>
                              <a:pt x="3229725" y="1915533"/>
                              <a:pt x="3239647" y="1951345"/>
                              <a:pt x="3239647" y="1991653"/>
                            </a:cubicBezTo>
                            <a:cubicBezTo>
                              <a:pt x="3239647" y="2042812"/>
                              <a:pt x="3224609" y="2085058"/>
                              <a:pt x="3194533" y="2118389"/>
                            </a:cubicBezTo>
                            <a:cubicBezTo>
                              <a:pt x="3164458" y="2151720"/>
                              <a:pt x="3119499" y="2172727"/>
                              <a:pt x="3059658" y="2181409"/>
                            </a:cubicBezTo>
                            <a:cubicBezTo>
                              <a:pt x="3089423" y="2198772"/>
                              <a:pt x="3113996" y="2217840"/>
                              <a:pt x="3133374" y="2238614"/>
                            </a:cubicBezTo>
                            <a:cubicBezTo>
                              <a:pt x="3152753" y="2259388"/>
                              <a:pt x="3178875" y="2296285"/>
                              <a:pt x="3211742" y="2349305"/>
                            </a:cubicBezTo>
                            <a:lnTo>
                              <a:pt x="3294992" y="2482320"/>
                            </a:lnTo>
                            <a:lnTo>
                              <a:pt x="3130351" y="2482320"/>
                            </a:lnTo>
                            <a:lnTo>
                              <a:pt x="3030822" y="2333957"/>
                            </a:lnTo>
                            <a:cubicBezTo>
                              <a:pt x="2995476" y="2280937"/>
                              <a:pt x="2971291" y="2247528"/>
                              <a:pt x="2958269" y="2233731"/>
                            </a:cubicBezTo>
                            <a:cubicBezTo>
                              <a:pt x="2945246" y="2219933"/>
                              <a:pt x="2931449" y="2210477"/>
                              <a:pt x="2916876" y="2205360"/>
                            </a:cubicBezTo>
                            <a:cubicBezTo>
                              <a:pt x="2902303" y="2200245"/>
                              <a:pt x="2879204" y="2197687"/>
                              <a:pt x="2847578" y="2197687"/>
                            </a:cubicBezTo>
                            <a:lnTo>
                              <a:pt x="2819672" y="2197687"/>
                            </a:lnTo>
                            <a:lnTo>
                              <a:pt x="2819672" y="2482320"/>
                            </a:lnTo>
                            <a:lnTo>
                              <a:pt x="2682007" y="2482320"/>
                            </a:lnTo>
                            <a:close/>
                            <a:moveTo>
                              <a:pt x="2051682" y="1800501"/>
                            </a:moveTo>
                            <a:lnTo>
                              <a:pt x="2593510" y="1800501"/>
                            </a:lnTo>
                            <a:lnTo>
                              <a:pt x="2593510" y="1915843"/>
                            </a:lnTo>
                            <a:lnTo>
                              <a:pt x="2391662" y="1915843"/>
                            </a:lnTo>
                            <a:lnTo>
                              <a:pt x="2391662" y="2482320"/>
                            </a:lnTo>
                            <a:lnTo>
                              <a:pt x="2253996" y="2482320"/>
                            </a:lnTo>
                            <a:lnTo>
                              <a:pt x="2253996" y="1915843"/>
                            </a:lnTo>
                            <a:lnTo>
                              <a:pt x="2051682" y="1915843"/>
                            </a:lnTo>
                            <a:close/>
                            <a:moveTo>
                              <a:pt x="1191456" y="1800501"/>
                            </a:moveTo>
                            <a:lnTo>
                              <a:pt x="1329122" y="1800501"/>
                            </a:lnTo>
                            <a:lnTo>
                              <a:pt x="1329122" y="2482320"/>
                            </a:lnTo>
                            <a:lnTo>
                              <a:pt x="1191456" y="2482320"/>
                            </a:lnTo>
                            <a:close/>
                            <a:moveTo>
                              <a:pt x="509376" y="1800501"/>
                            </a:moveTo>
                            <a:lnTo>
                              <a:pt x="760989" y="1800501"/>
                            </a:lnTo>
                            <a:cubicBezTo>
                              <a:pt x="817730" y="1800501"/>
                              <a:pt x="860983" y="1804842"/>
                              <a:pt x="890749" y="1813524"/>
                            </a:cubicBezTo>
                            <a:cubicBezTo>
                              <a:pt x="930746" y="1825306"/>
                              <a:pt x="965008" y="1846235"/>
                              <a:pt x="993533" y="1876311"/>
                            </a:cubicBezTo>
                            <a:cubicBezTo>
                              <a:pt x="1022058" y="1906386"/>
                              <a:pt x="1043762" y="1943206"/>
                              <a:pt x="1058645" y="1986769"/>
                            </a:cubicBezTo>
                            <a:cubicBezTo>
                              <a:pt x="1073528" y="2030333"/>
                              <a:pt x="1080970" y="2084050"/>
                              <a:pt x="1080970" y="2147922"/>
                            </a:cubicBezTo>
                            <a:cubicBezTo>
                              <a:pt x="1080970" y="2204043"/>
                              <a:pt x="1073993" y="2252412"/>
                              <a:pt x="1060041" y="2293029"/>
                            </a:cubicBezTo>
                            <a:cubicBezTo>
                              <a:pt x="1042987" y="2342639"/>
                              <a:pt x="1018648" y="2382792"/>
                              <a:pt x="987022" y="2413487"/>
                            </a:cubicBezTo>
                            <a:cubicBezTo>
                              <a:pt x="963147" y="2436742"/>
                              <a:pt x="930901" y="2454880"/>
                              <a:pt x="890284" y="2467903"/>
                            </a:cubicBezTo>
                            <a:cubicBezTo>
                              <a:pt x="859898" y="2477514"/>
                              <a:pt x="819280" y="2482320"/>
                              <a:pt x="768430" y="2482320"/>
                            </a:cubicBezTo>
                            <a:lnTo>
                              <a:pt x="509376" y="2482320"/>
                            </a:lnTo>
                            <a:close/>
                            <a:moveTo>
                              <a:pt x="7577856" y="1788874"/>
                            </a:moveTo>
                            <a:cubicBezTo>
                              <a:pt x="7525456" y="1788874"/>
                              <a:pt x="7480731" y="1796781"/>
                              <a:pt x="7443678" y="1812594"/>
                            </a:cubicBezTo>
                            <a:cubicBezTo>
                              <a:pt x="7406627" y="1828407"/>
                              <a:pt x="7378256" y="1851429"/>
                              <a:pt x="7358567" y="1881659"/>
                            </a:cubicBezTo>
                            <a:cubicBezTo>
                              <a:pt x="7338879" y="1911890"/>
                              <a:pt x="7329034" y="1944369"/>
                              <a:pt x="7329034" y="1979095"/>
                            </a:cubicBezTo>
                            <a:cubicBezTo>
                              <a:pt x="7329034" y="2033045"/>
                              <a:pt x="7349963" y="2078779"/>
                              <a:pt x="7391821" y="2116296"/>
                            </a:cubicBezTo>
                            <a:cubicBezTo>
                              <a:pt x="7421587" y="2142961"/>
                              <a:pt x="7473367" y="2165441"/>
                              <a:pt x="7547160" y="2183734"/>
                            </a:cubicBezTo>
                            <a:cubicBezTo>
                              <a:pt x="7604521" y="2197996"/>
                              <a:pt x="7641263" y="2207919"/>
                              <a:pt x="7657386" y="2213500"/>
                            </a:cubicBezTo>
                            <a:cubicBezTo>
                              <a:pt x="7680951" y="2221871"/>
                              <a:pt x="7697461" y="2231715"/>
                              <a:pt x="7706918" y="2243032"/>
                            </a:cubicBezTo>
                            <a:cubicBezTo>
                              <a:pt x="7716375" y="2254350"/>
                              <a:pt x="7721103" y="2268070"/>
                              <a:pt x="7721103" y="2284193"/>
                            </a:cubicBezTo>
                            <a:cubicBezTo>
                              <a:pt x="7721103" y="2309307"/>
                              <a:pt x="7709863" y="2331244"/>
                              <a:pt x="7687384" y="2350003"/>
                            </a:cubicBezTo>
                            <a:cubicBezTo>
                              <a:pt x="7664905" y="2368761"/>
                              <a:pt x="7631497" y="2378140"/>
                              <a:pt x="7587157" y="2378140"/>
                            </a:cubicBezTo>
                            <a:cubicBezTo>
                              <a:pt x="7545300" y="2378140"/>
                              <a:pt x="7512046" y="2367598"/>
                              <a:pt x="7487397" y="2346515"/>
                            </a:cubicBezTo>
                            <a:cubicBezTo>
                              <a:pt x="7462747" y="2325430"/>
                              <a:pt x="7446391" y="2292409"/>
                              <a:pt x="7438329" y="2247451"/>
                            </a:cubicBezTo>
                            <a:lnTo>
                              <a:pt x="7304385" y="2260473"/>
                            </a:lnTo>
                            <a:cubicBezTo>
                              <a:pt x="7313376" y="2336748"/>
                              <a:pt x="7340971" y="2394806"/>
                              <a:pt x="7387170" y="2434649"/>
                            </a:cubicBezTo>
                            <a:cubicBezTo>
                              <a:pt x="7433369" y="2474491"/>
                              <a:pt x="7499567" y="2494413"/>
                              <a:pt x="7585763" y="2494413"/>
                            </a:cubicBezTo>
                            <a:cubicBezTo>
                              <a:pt x="7644984" y="2494413"/>
                              <a:pt x="7694439" y="2486119"/>
                              <a:pt x="7734125" y="2469530"/>
                            </a:cubicBezTo>
                            <a:cubicBezTo>
                              <a:pt x="7773813" y="2452942"/>
                              <a:pt x="7804509" y="2427595"/>
                              <a:pt x="7826213" y="2393488"/>
                            </a:cubicBezTo>
                            <a:cubicBezTo>
                              <a:pt x="7847917" y="2359382"/>
                              <a:pt x="7858769" y="2322795"/>
                              <a:pt x="7858769" y="2283728"/>
                            </a:cubicBezTo>
                            <a:cubicBezTo>
                              <a:pt x="7858769" y="2240629"/>
                              <a:pt x="7849700" y="2204430"/>
                              <a:pt x="7831561" y="2175130"/>
                            </a:cubicBezTo>
                            <a:cubicBezTo>
                              <a:pt x="7813423" y="2145829"/>
                              <a:pt x="7788308" y="2122730"/>
                              <a:pt x="7756217" y="2105832"/>
                            </a:cubicBezTo>
                            <a:cubicBezTo>
                              <a:pt x="7724126" y="2088934"/>
                              <a:pt x="7674594" y="2072578"/>
                              <a:pt x="7607621" y="2056765"/>
                            </a:cubicBezTo>
                            <a:cubicBezTo>
                              <a:pt x="7540649" y="2040952"/>
                              <a:pt x="7498481" y="2025759"/>
                              <a:pt x="7481117" y="2011186"/>
                            </a:cubicBezTo>
                            <a:cubicBezTo>
                              <a:pt x="7467475" y="1999714"/>
                              <a:pt x="7460654" y="1985916"/>
                              <a:pt x="7460654" y="1969794"/>
                            </a:cubicBezTo>
                            <a:cubicBezTo>
                              <a:pt x="7460654" y="1952120"/>
                              <a:pt x="7467941" y="1938013"/>
                              <a:pt x="7482513" y="1927470"/>
                            </a:cubicBezTo>
                            <a:cubicBezTo>
                              <a:pt x="7505147" y="1911037"/>
                              <a:pt x="7536463" y="1902821"/>
                              <a:pt x="7576461" y="1902821"/>
                            </a:cubicBezTo>
                            <a:cubicBezTo>
                              <a:pt x="7615218" y="1902821"/>
                              <a:pt x="7644286" y="1910495"/>
                              <a:pt x="7663665" y="1925843"/>
                            </a:cubicBezTo>
                            <a:cubicBezTo>
                              <a:pt x="7683043" y="1941191"/>
                              <a:pt x="7695679" y="1966383"/>
                              <a:pt x="7701569" y="2001419"/>
                            </a:cubicBezTo>
                            <a:lnTo>
                              <a:pt x="7839235" y="1995373"/>
                            </a:lnTo>
                            <a:cubicBezTo>
                              <a:pt x="7837065" y="1932742"/>
                              <a:pt x="7814353" y="1882667"/>
                              <a:pt x="7771100" y="1845150"/>
                            </a:cubicBezTo>
                            <a:cubicBezTo>
                              <a:pt x="7727847" y="1807633"/>
                              <a:pt x="7663432" y="1788874"/>
                              <a:pt x="7577856" y="1788874"/>
                            </a:cubicBezTo>
                            <a:close/>
                            <a:moveTo>
                              <a:pt x="6259983" y="1788874"/>
                            </a:moveTo>
                            <a:cubicBezTo>
                              <a:pt x="6204482" y="1788874"/>
                              <a:pt x="6155494" y="1797866"/>
                              <a:pt x="6113015" y="1815849"/>
                            </a:cubicBezTo>
                            <a:cubicBezTo>
                              <a:pt x="6081080" y="1829182"/>
                              <a:pt x="6051701" y="1849646"/>
                              <a:pt x="6024881" y="1877241"/>
                            </a:cubicBezTo>
                            <a:cubicBezTo>
                              <a:pt x="5998061" y="1904836"/>
                              <a:pt x="5976900" y="1935997"/>
                              <a:pt x="5961397" y="1970724"/>
                            </a:cubicBezTo>
                            <a:cubicBezTo>
                              <a:pt x="5940623" y="2017853"/>
                              <a:pt x="5930236" y="2076144"/>
                              <a:pt x="5930236" y="2145597"/>
                            </a:cubicBezTo>
                            <a:cubicBezTo>
                              <a:pt x="5930236" y="2254117"/>
                              <a:pt x="5960157" y="2339306"/>
                              <a:pt x="6019998" y="2401162"/>
                            </a:cubicBezTo>
                            <a:cubicBezTo>
                              <a:pt x="6079839" y="2463019"/>
                              <a:pt x="6160454" y="2493948"/>
                              <a:pt x="6261844" y="2493948"/>
                            </a:cubicBezTo>
                            <a:cubicBezTo>
                              <a:pt x="6361993" y="2493948"/>
                              <a:pt x="6441988" y="2462864"/>
                              <a:pt x="6501829" y="2400697"/>
                            </a:cubicBezTo>
                            <a:cubicBezTo>
                              <a:pt x="6561670" y="2338531"/>
                              <a:pt x="6591591" y="2252412"/>
                              <a:pt x="6591591" y="2142341"/>
                            </a:cubicBezTo>
                            <a:cubicBezTo>
                              <a:pt x="6591591" y="2031340"/>
                              <a:pt x="6561437" y="1944679"/>
                              <a:pt x="6501131" y="1882357"/>
                            </a:cubicBezTo>
                            <a:cubicBezTo>
                              <a:pt x="6440825" y="1820035"/>
                              <a:pt x="6360442" y="1788874"/>
                              <a:pt x="6259983" y="1788874"/>
                            </a:cubicBezTo>
                            <a:close/>
                            <a:moveTo>
                              <a:pt x="1700932" y="1788874"/>
                            </a:moveTo>
                            <a:cubicBezTo>
                              <a:pt x="1786508" y="1788874"/>
                              <a:pt x="1850922" y="1807633"/>
                              <a:pt x="1894176" y="1845150"/>
                            </a:cubicBezTo>
                            <a:cubicBezTo>
                              <a:pt x="1937429" y="1882667"/>
                              <a:pt x="1960141" y="1932742"/>
                              <a:pt x="1962311" y="1995373"/>
                            </a:cubicBezTo>
                            <a:lnTo>
                              <a:pt x="1824645" y="2001419"/>
                            </a:lnTo>
                            <a:cubicBezTo>
                              <a:pt x="1818754" y="1966383"/>
                              <a:pt x="1806120" y="1941191"/>
                              <a:pt x="1786741" y="1925843"/>
                            </a:cubicBezTo>
                            <a:cubicBezTo>
                              <a:pt x="1767362" y="1910495"/>
                              <a:pt x="1738294" y="1902821"/>
                              <a:pt x="1699537" y="1902821"/>
                            </a:cubicBezTo>
                            <a:cubicBezTo>
                              <a:pt x="1659539" y="1902821"/>
                              <a:pt x="1628223" y="1911037"/>
                              <a:pt x="1605589" y="1927470"/>
                            </a:cubicBezTo>
                            <a:cubicBezTo>
                              <a:pt x="1591016" y="1938013"/>
                              <a:pt x="1583729" y="1952120"/>
                              <a:pt x="1583729" y="1969794"/>
                            </a:cubicBezTo>
                            <a:cubicBezTo>
                              <a:pt x="1583729" y="1985916"/>
                              <a:pt x="1590551" y="1999714"/>
                              <a:pt x="1604194" y="2011186"/>
                            </a:cubicBezTo>
                            <a:cubicBezTo>
                              <a:pt x="1621557" y="2025759"/>
                              <a:pt x="1663725" y="2040952"/>
                              <a:pt x="1730698" y="2056765"/>
                            </a:cubicBezTo>
                            <a:cubicBezTo>
                              <a:pt x="1797670" y="2072578"/>
                              <a:pt x="1847202" y="2088934"/>
                              <a:pt x="1879293" y="2105832"/>
                            </a:cubicBezTo>
                            <a:cubicBezTo>
                              <a:pt x="1911384" y="2122730"/>
                              <a:pt x="1936499" y="2145829"/>
                              <a:pt x="1954637" y="2175130"/>
                            </a:cubicBezTo>
                            <a:cubicBezTo>
                              <a:pt x="1972776" y="2204430"/>
                              <a:pt x="1981845" y="2240629"/>
                              <a:pt x="1981845" y="2283728"/>
                            </a:cubicBezTo>
                            <a:cubicBezTo>
                              <a:pt x="1981845" y="2322795"/>
                              <a:pt x="1970993" y="2359382"/>
                              <a:pt x="1949289" y="2393488"/>
                            </a:cubicBezTo>
                            <a:cubicBezTo>
                              <a:pt x="1927585" y="2427595"/>
                              <a:pt x="1896889" y="2452942"/>
                              <a:pt x="1857201" y="2469530"/>
                            </a:cubicBezTo>
                            <a:cubicBezTo>
                              <a:pt x="1817514" y="2486119"/>
                              <a:pt x="1768060" y="2494413"/>
                              <a:pt x="1708839" y="2494413"/>
                            </a:cubicBezTo>
                            <a:cubicBezTo>
                              <a:pt x="1622642" y="2494413"/>
                              <a:pt x="1556444" y="2474491"/>
                              <a:pt x="1510246" y="2434649"/>
                            </a:cubicBezTo>
                            <a:cubicBezTo>
                              <a:pt x="1464047" y="2394806"/>
                              <a:pt x="1436451" y="2336748"/>
                              <a:pt x="1427460" y="2260473"/>
                            </a:cubicBezTo>
                            <a:lnTo>
                              <a:pt x="1561405" y="2247451"/>
                            </a:lnTo>
                            <a:cubicBezTo>
                              <a:pt x="1569467" y="2292409"/>
                              <a:pt x="1585823" y="2325430"/>
                              <a:pt x="1610472" y="2346515"/>
                            </a:cubicBezTo>
                            <a:cubicBezTo>
                              <a:pt x="1635122" y="2367598"/>
                              <a:pt x="1668376" y="2378140"/>
                              <a:pt x="1710233" y="2378140"/>
                            </a:cubicBezTo>
                            <a:cubicBezTo>
                              <a:pt x="1754572" y="2378140"/>
                              <a:pt x="1787981" y="2368761"/>
                              <a:pt x="1810460" y="2350003"/>
                            </a:cubicBezTo>
                            <a:cubicBezTo>
                              <a:pt x="1832939" y="2331244"/>
                              <a:pt x="1844179" y="2309307"/>
                              <a:pt x="1844179" y="2284193"/>
                            </a:cubicBezTo>
                            <a:cubicBezTo>
                              <a:pt x="1844179" y="2268070"/>
                              <a:pt x="1839451" y="2254350"/>
                              <a:pt x="1829993" y="2243032"/>
                            </a:cubicBezTo>
                            <a:cubicBezTo>
                              <a:pt x="1820537" y="2231715"/>
                              <a:pt x="1804027" y="2221871"/>
                              <a:pt x="1780462" y="2213500"/>
                            </a:cubicBezTo>
                            <a:cubicBezTo>
                              <a:pt x="1764339" y="2207919"/>
                              <a:pt x="1727597" y="2197996"/>
                              <a:pt x="1670236" y="2183734"/>
                            </a:cubicBezTo>
                            <a:cubicBezTo>
                              <a:pt x="1596442" y="2165441"/>
                              <a:pt x="1544662" y="2142961"/>
                              <a:pt x="1514897" y="2116296"/>
                            </a:cubicBezTo>
                            <a:cubicBezTo>
                              <a:pt x="1473038" y="2078779"/>
                              <a:pt x="1452110" y="2033045"/>
                              <a:pt x="1452110" y="1979095"/>
                            </a:cubicBezTo>
                            <a:cubicBezTo>
                              <a:pt x="1452110" y="1944369"/>
                              <a:pt x="1461954" y="1911890"/>
                              <a:pt x="1481642" y="1881659"/>
                            </a:cubicBezTo>
                            <a:cubicBezTo>
                              <a:pt x="1501332" y="1851429"/>
                              <a:pt x="1529702" y="1828407"/>
                              <a:pt x="1566754" y="1812594"/>
                            </a:cubicBezTo>
                            <a:cubicBezTo>
                              <a:pt x="1603806" y="1796781"/>
                              <a:pt x="1648532" y="1788874"/>
                              <a:pt x="1700932" y="1788874"/>
                            </a:cubicBezTo>
                            <a:close/>
                            <a:moveTo>
                              <a:pt x="6350210" y="1644232"/>
                            </a:moveTo>
                            <a:cubicBezTo>
                              <a:pt x="6348350" y="1658805"/>
                              <a:pt x="6344087" y="1669192"/>
                              <a:pt x="6337420" y="1675393"/>
                            </a:cubicBezTo>
                            <a:cubicBezTo>
                              <a:pt x="6330754" y="1681594"/>
                              <a:pt x="6322460" y="1684695"/>
                              <a:pt x="6312538" y="1684695"/>
                            </a:cubicBezTo>
                            <a:cubicBezTo>
                              <a:pt x="6298585" y="1684695"/>
                              <a:pt x="6279284" y="1679191"/>
                              <a:pt x="6254635" y="1668184"/>
                            </a:cubicBezTo>
                            <a:cubicBezTo>
                              <a:pt x="6229985" y="1657177"/>
                              <a:pt x="6213009" y="1650511"/>
                              <a:pt x="6203708" y="1648185"/>
                            </a:cubicBezTo>
                            <a:cubicBezTo>
                              <a:pt x="6194406" y="1645860"/>
                              <a:pt x="6184329" y="1644697"/>
                              <a:pt x="6173477" y="1644697"/>
                            </a:cubicBezTo>
                            <a:cubicBezTo>
                              <a:pt x="6148672" y="1644697"/>
                              <a:pt x="6128363" y="1653456"/>
                              <a:pt x="6112550" y="1670975"/>
                            </a:cubicBezTo>
                            <a:cubicBezTo>
                              <a:pt x="6096737" y="1688493"/>
                              <a:pt x="6088831" y="1713530"/>
                              <a:pt x="6088831" y="1746086"/>
                            </a:cubicBezTo>
                            <a:cubicBezTo>
                              <a:pt x="6088831" y="1750117"/>
                              <a:pt x="6088986" y="1755698"/>
                              <a:pt x="6089296" y="1762829"/>
                            </a:cubicBezTo>
                            <a:lnTo>
                              <a:pt x="6148827" y="1762829"/>
                            </a:lnTo>
                            <a:cubicBezTo>
                              <a:pt x="6149137" y="1747947"/>
                              <a:pt x="6152083" y="1737482"/>
                              <a:pt x="6157664" y="1731436"/>
                            </a:cubicBezTo>
                            <a:cubicBezTo>
                              <a:pt x="6163245" y="1725390"/>
                              <a:pt x="6170996" y="1722367"/>
                              <a:pt x="6180918" y="1722367"/>
                            </a:cubicBezTo>
                            <a:cubicBezTo>
                              <a:pt x="6193941" y="1722367"/>
                              <a:pt x="6214714" y="1727793"/>
                              <a:pt x="6243240" y="1738645"/>
                            </a:cubicBezTo>
                            <a:cubicBezTo>
                              <a:pt x="6271766" y="1749497"/>
                              <a:pt x="6289594" y="1755853"/>
                              <a:pt x="6296725" y="1757713"/>
                            </a:cubicBezTo>
                            <a:cubicBezTo>
                              <a:pt x="6306957" y="1759884"/>
                              <a:pt x="6317344" y="1760969"/>
                              <a:pt x="6327886" y="1760969"/>
                            </a:cubicBezTo>
                            <a:cubicBezTo>
                              <a:pt x="6352071" y="1760969"/>
                              <a:pt x="6371837" y="1751977"/>
                              <a:pt x="6387185" y="1733994"/>
                            </a:cubicBezTo>
                            <a:cubicBezTo>
                              <a:pt x="6402533" y="1716011"/>
                              <a:pt x="6410362" y="1686090"/>
                              <a:pt x="6410672" y="1644232"/>
                            </a:cubicBezTo>
                            <a:close/>
                            <a:moveTo>
                              <a:pt x="5396909" y="0"/>
                            </a:moveTo>
                            <a:lnTo>
                              <a:pt x="8892576" y="0"/>
                            </a:lnTo>
                            <a:lnTo>
                              <a:pt x="8892576" y="6858000"/>
                            </a:lnTo>
                            <a:lnTo>
                              <a:pt x="5396909" y="6858000"/>
                            </a:lnTo>
                            <a:lnTo>
                              <a:pt x="5396909" y="5342473"/>
                            </a:lnTo>
                            <a:lnTo>
                              <a:pt x="8601739" y="5342473"/>
                            </a:lnTo>
                            <a:lnTo>
                              <a:pt x="8601739" y="5119189"/>
                            </a:lnTo>
                            <a:lnTo>
                              <a:pt x="5573196" y="5119189"/>
                            </a:lnTo>
                            <a:lnTo>
                              <a:pt x="5678233" y="5087640"/>
                            </a:lnTo>
                            <a:cubicBezTo>
                              <a:pt x="5765297" y="5051766"/>
                              <a:pt x="5834828" y="5003599"/>
                              <a:pt x="5886825" y="4943137"/>
                            </a:cubicBezTo>
                            <a:cubicBezTo>
                              <a:pt x="5938821" y="4882676"/>
                              <a:pt x="5974494" y="4808510"/>
                              <a:pt x="5993841" y="4720639"/>
                            </a:cubicBezTo>
                            <a:cubicBezTo>
                              <a:pt x="6013189" y="4632769"/>
                              <a:pt x="6022863" y="4482421"/>
                              <a:pt x="6022863" y="4269597"/>
                            </a:cubicBezTo>
                            <a:lnTo>
                              <a:pt x="6022863" y="3338491"/>
                            </a:lnTo>
                            <a:lnTo>
                              <a:pt x="5664931" y="3338491"/>
                            </a:lnTo>
                            <a:lnTo>
                              <a:pt x="5664931" y="4319175"/>
                            </a:lnTo>
                            <a:cubicBezTo>
                              <a:pt x="5664931" y="4459446"/>
                              <a:pt x="5659691" y="4559812"/>
                              <a:pt x="5649211" y="4620273"/>
                            </a:cubicBezTo>
                            <a:cubicBezTo>
                              <a:pt x="5638731" y="4680735"/>
                              <a:pt x="5607694" y="4731724"/>
                              <a:pt x="5556101" y="4773241"/>
                            </a:cubicBezTo>
                            <a:cubicBezTo>
                              <a:pt x="5517405" y="4804379"/>
                              <a:pt x="5464653" y="4823840"/>
                              <a:pt x="5397843" y="4831624"/>
                            </a:cubicBezTo>
                            <a:lnTo>
                              <a:pt x="5396909" y="4831675"/>
                            </a:lnTo>
                            <a:lnTo>
                              <a:pt x="5396909" y="2449061"/>
                            </a:lnTo>
                            <a:lnTo>
                              <a:pt x="5407972" y="2457703"/>
                            </a:lnTo>
                            <a:cubicBezTo>
                              <a:pt x="5434366" y="2472201"/>
                              <a:pt x="5463027" y="2482350"/>
                              <a:pt x="5493955" y="2488149"/>
                            </a:cubicBezTo>
                            <a:lnTo>
                              <a:pt x="5514555" y="2490976"/>
                            </a:lnTo>
                            <a:lnTo>
                              <a:pt x="5513722" y="2491041"/>
                            </a:lnTo>
                            <a:cubicBezTo>
                              <a:pt x="5500699" y="2493133"/>
                              <a:pt x="5488142" y="2496273"/>
                              <a:pt x="5476050" y="2500459"/>
                            </a:cubicBezTo>
                            <a:lnTo>
                              <a:pt x="5463957" y="2546502"/>
                            </a:lnTo>
                            <a:cubicBezTo>
                              <a:pt x="5484732" y="2540301"/>
                              <a:pt x="5505040" y="2537201"/>
                              <a:pt x="5524884" y="2537201"/>
                            </a:cubicBezTo>
                            <a:cubicBezTo>
                              <a:pt x="5545037" y="2537201"/>
                              <a:pt x="5559920" y="2541076"/>
                              <a:pt x="5569532" y="2548828"/>
                            </a:cubicBezTo>
                            <a:cubicBezTo>
                              <a:pt x="5579144" y="2556579"/>
                              <a:pt x="5583950" y="2565726"/>
                              <a:pt x="5583950" y="2576268"/>
                            </a:cubicBezTo>
                            <a:cubicBezTo>
                              <a:pt x="5583950" y="2588050"/>
                              <a:pt x="5578834" y="2597662"/>
                              <a:pt x="5568602" y="2605103"/>
                            </a:cubicBezTo>
                            <a:cubicBezTo>
                              <a:pt x="5555269" y="2615025"/>
                              <a:pt x="5534805" y="2619987"/>
                              <a:pt x="5507210" y="2619987"/>
                            </a:cubicBezTo>
                            <a:cubicBezTo>
                              <a:pt x="5480546" y="2619987"/>
                              <a:pt x="5451245" y="2618281"/>
                              <a:pt x="5419309" y="2614870"/>
                            </a:cubicBezTo>
                            <a:lnTo>
                              <a:pt x="5419309" y="2669751"/>
                            </a:lnTo>
                            <a:cubicBezTo>
                              <a:pt x="5439773" y="2674712"/>
                              <a:pt x="5470003" y="2677192"/>
                              <a:pt x="5510001" y="2677192"/>
                            </a:cubicBezTo>
                            <a:cubicBezTo>
                              <a:pt x="5566122" y="2677192"/>
                              <a:pt x="5609219" y="2665565"/>
                              <a:pt x="5639295" y="2642311"/>
                            </a:cubicBezTo>
                            <a:cubicBezTo>
                              <a:pt x="5661620" y="2625257"/>
                              <a:pt x="5672782" y="2603088"/>
                              <a:pt x="5672782" y="2575803"/>
                            </a:cubicBezTo>
                            <a:cubicBezTo>
                              <a:pt x="5672782" y="2551308"/>
                              <a:pt x="5662704" y="2530534"/>
                              <a:pt x="5642551" y="2513481"/>
                            </a:cubicBezTo>
                            <a:cubicBezTo>
                              <a:pt x="5632474" y="2504954"/>
                              <a:pt x="5620072" y="2498559"/>
                              <a:pt x="5605344" y="2494296"/>
                            </a:cubicBezTo>
                            <a:lnTo>
                              <a:pt x="5592738" y="2491760"/>
                            </a:lnTo>
                            <a:lnTo>
                              <a:pt x="5611318" y="2490561"/>
                            </a:lnTo>
                            <a:cubicBezTo>
                              <a:pt x="5661402" y="2483788"/>
                              <a:pt x="5704291" y="2466856"/>
                              <a:pt x="5739987" y="2439765"/>
                            </a:cubicBezTo>
                            <a:cubicBezTo>
                              <a:pt x="5787581" y="2403643"/>
                              <a:pt x="5821610" y="2348375"/>
                              <a:pt x="5842074" y="2273961"/>
                            </a:cubicBezTo>
                            <a:lnTo>
                              <a:pt x="5708594" y="2231638"/>
                            </a:lnTo>
                            <a:cubicBezTo>
                              <a:pt x="5697121" y="2281557"/>
                              <a:pt x="5678208" y="2318144"/>
                              <a:pt x="5651853" y="2341399"/>
                            </a:cubicBezTo>
                            <a:cubicBezTo>
                              <a:pt x="5625497" y="2364653"/>
                              <a:pt x="5594027" y="2376280"/>
                              <a:pt x="5557440" y="2376280"/>
                            </a:cubicBezTo>
                            <a:cubicBezTo>
                              <a:pt x="5507830" y="2376280"/>
                              <a:pt x="5467523" y="2357987"/>
                              <a:pt x="5436517" y="2321400"/>
                            </a:cubicBezTo>
                            <a:cubicBezTo>
                              <a:pt x="5421014" y="2303107"/>
                              <a:pt x="5409387" y="2278612"/>
                              <a:pt x="5401635" y="2247916"/>
                            </a:cubicBezTo>
                            <a:lnTo>
                              <a:pt x="5396909" y="2220441"/>
                            </a:lnTo>
                            <a:lnTo>
                              <a:pt x="5396909" y="2058963"/>
                            </a:lnTo>
                            <a:lnTo>
                              <a:pt x="5401810" y="2032231"/>
                            </a:lnTo>
                            <a:cubicBezTo>
                              <a:pt x="5409677" y="2002853"/>
                              <a:pt x="5421479" y="1979095"/>
                              <a:pt x="5437215" y="1960957"/>
                            </a:cubicBezTo>
                            <a:cubicBezTo>
                              <a:pt x="5468686" y="1924680"/>
                              <a:pt x="5509691" y="1906542"/>
                              <a:pt x="5560231" y="1906542"/>
                            </a:cubicBezTo>
                            <a:cubicBezTo>
                              <a:pt x="5596818" y="1906542"/>
                              <a:pt x="5627901" y="1916773"/>
                              <a:pt x="5653481" y="1937237"/>
                            </a:cubicBezTo>
                            <a:cubicBezTo>
                              <a:pt x="5679060" y="1957701"/>
                              <a:pt x="5695882" y="1985606"/>
                              <a:pt x="5703943" y="2020953"/>
                            </a:cubicBezTo>
                            <a:lnTo>
                              <a:pt x="5840213" y="1988397"/>
                            </a:lnTo>
                            <a:cubicBezTo>
                              <a:pt x="5824711" y="1933827"/>
                              <a:pt x="5801456" y="1891969"/>
                              <a:pt x="5770450" y="1862823"/>
                            </a:cubicBezTo>
                            <a:cubicBezTo>
                              <a:pt x="5718360" y="1813524"/>
                              <a:pt x="5650612" y="1788874"/>
                              <a:pt x="5567207" y="1788874"/>
                            </a:cubicBezTo>
                            <a:cubicBezTo>
                              <a:pt x="5519458" y="1788874"/>
                              <a:pt x="5476321" y="1796723"/>
                              <a:pt x="5437796" y="1812419"/>
                            </a:cubicBezTo>
                            <a:lnTo>
                              <a:pt x="5396909" y="1834569"/>
                            </a:lnTo>
                            <a:close/>
                          </a:path>
                        </a:pathLst>
                      </a:custGeom>
                      <a:solidFill>
                        <a:srgbClr val="00B0F0"/>
                      </a:solidFill>
                      <a:ln>
                        <a:noFill/>
                      </a:ln>
                      <a:effectLst/>
                    </p:spPr>
                    <p:txBody>
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pt-BR" sz="19500" b="1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6" name="Retângulo 5">
                        <a:extLst>
                          <a:ext uri="{FF2B5EF4-FFF2-40B4-BE49-F238E27FC236}">
                            <a16:creationId xmlns:a16="http://schemas.microsoft.com/office/drawing/2014/main" id="{6AA35A04-66EF-68CF-F586-AF390F6D67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940902" y="0"/>
                        <a:ext cx="1251098" cy="6858000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</p:grpSp>
                <p:grpSp>
                  <p:nvGrpSpPr>
                    <p:cNvPr id="20" name="Agrupar 19">
                      <a:extLst>
                        <a:ext uri="{FF2B5EF4-FFF2-40B4-BE49-F238E27FC236}">
                          <a16:creationId xmlns:a16="http://schemas.microsoft.com/office/drawing/2014/main" id="{83763ADE-440D-69EB-F26E-D6C02474B8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62741" y="-1242044"/>
                      <a:ext cx="12354012" cy="9325630"/>
                      <a:chOff x="-162741" y="-1242044"/>
                      <a:chExt cx="12354012" cy="9325630"/>
                    </a:xfrm>
                  </p:grpSpPr>
                  <p:sp>
                    <p:nvSpPr>
                      <p:cNvPr id="8" name="Retângulo 7">
                        <a:extLst>
                          <a:ext uri="{FF2B5EF4-FFF2-40B4-BE49-F238E27FC236}">
                            <a16:creationId xmlns:a16="http://schemas.microsoft.com/office/drawing/2014/main" id="{B19E756B-4AD6-79D0-34BF-6B4CC1B464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729" y="-23598"/>
                        <a:ext cx="12192000" cy="6873369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9" name="CaixaDeTexto 8">
                        <a:extLst>
                          <a:ext uri="{FF2B5EF4-FFF2-40B4-BE49-F238E27FC236}">
                            <a16:creationId xmlns:a16="http://schemas.microsoft.com/office/drawing/2014/main" id="{834C329A-8EF2-19A9-1344-4C06698842E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-162741" y="-1242044"/>
                        <a:ext cx="5120408" cy="932563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pt-BR" sz="15000" b="1" i="0" spc="-150" dirty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 OS</a:t>
                        </a:r>
                        <a:endParaRPr lang="pt-BR" sz="15000" spc="-15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pic>
                    <p:nvPicPr>
                      <p:cNvPr id="10" name="Imagem 9" descr="Ícone&#10;&#10;Descrição gerada automaticamente">
                        <a:extLst>
                          <a:ext uri="{FF2B5EF4-FFF2-40B4-BE49-F238E27FC236}">
                            <a16:creationId xmlns:a16="http://schemas.microsoft.com/office/drawing/2014/main" id="{1C3216A8-161F-3EA1-A720-776CDEC693A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3537432" y="5488505"/>
                        <a:ext cx="1489267" cy="1489267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1" name="Retângulo 10">
                        <a:extLst>
                          <a:ext uri="{FF2B5EF4-FFF2-40B4-BE49-F238E27FC236}">
                            <a16:creationId xmlns:a16="http://schemas.microsoft.com/office/drawing/2014/main" id="{46DE947D-714C-0CD1-28ED-E55B212FB0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6699" y="465559"/>
                        <a:ext cx="1623157" cy="15493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12" name="Retângulo 11">
                        <a:extLst>
                          <a:ext uri="{FF2B5EF4-FFF2-40B4-BE49-F238E27FC236}">
                            <a16:creationId xmlns:a16="http://schemas.microsoft.com/office/drawing/2014/main" id="{8DC35619-B04E-EEB1-AF70-FEC8DCD9CC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1498" y="2501893"/>
                        <a:ext cx="1623157" cy="15493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13" name="Retângulo 12">
                        <a:extLst>
                          <a:ext uri="{FF2B5EF4-FFF2-40B4-BE49-F238E27FC236}">
                            <a16:creationId xmlns:a16="http://schemas.microsoft.com/office/drawing/2014/main" id="{ED519175-A824-F306-1CC4-5CA0CBC172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12412" y="4472185"/>
                        <a:ext cx="1623157" cy="15493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14" name="CaixaDeTexto 13">
                        <a:extLst>
                          <a:ext uri="{FF2B5EF4-FFF2-40B4-BE49-F238E27FC236}">
                            <a16:creationId xmlns:a16="http://schemas.microsoft.com/office/drawing/2014/main" id="{4670715B-95A7-DA5E-87AE-30BBEE6B969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12412" y="530042"/>
                        <a:ext cx="1637443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i="0" spc="-150">
                            <a:solidFill>
                              <a:srgbClr val="00B0F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História e origem</a:t>
                        </a:r>
                        <a:endParaRPr lang="pt-BR" spc="-15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5" name="CaixaDeTexto 14">
                        <a:extLst>
                          <a:ext uri="{FF2B5EF4-FFF2-40B4-BE49-F238E27FC236}">
                            <a16:creationId xmlns:a16="http://schemas.microsoft.com/office/drawing/2014/main" id="{B01F86F3-B02B-01C8-0168-BCAF32BB5D8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15594" y="2427834"/>
                        <a:ext cx="1637443" cy="6463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pt-BR" b="0" i="0" spc="-150">
                            <a:solidFill>
                              <a:srgbClr val="00B0F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Objetivo e Finalidade</a:t>
                        </a:r>
                        <a:endParaRPr lang="pt-BR" spc="-15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" name="CaixaDeTexto 15">
                        <a:extLst>
                          <a:ext uri="{FF2B5EF4-FFF2-40B4-BE49-F238E27FC236}">
                            <a16:creationId xmlns:a16="http://schemas.microsoft.com/office/drawing/2014/main" id="{D346B525-020E-B17B-6D34-FECFD8CB67D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992889" y="4453120"/>
                        <a:ext cx="1637443" cy="6701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Bef>
                            <a:spcPts val="1200"/>
                          </a:spcBef>
                        </a:pPr>
                        <a:r>
                          <a:rPr lang="pt-BR" sz="1800" kern="100" spc="-150">
                            <a:solidFill>
                              <a:srgbClr val="00B0F0"/>
                            </a:solidFill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Interface de Usuário</a:t>
                        </a:r>
                        <a:endParaRPr lang="pt-BR" sz="1800" kern="100" spc="-150">
                          <a:solidFill>
                            <a:srgbClr val="00B0F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7" name="CaixaDeTexto 16">
                        <a:extLst>
                          <a:ext uri="{FF2B5EF4-FFF2-40B4-BE49-F238E27FC236}">
                            <a16:creationId xmlns:a16="http://schemas.microsoft.com/office/drawing/2014/main" id="{EE7930D6-9CB5-3CC8-A79B-47F4DD38741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28009" y="465559"/>
                        <a:ext cx="5274576" cy="175432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teve origem como um conjunto de temas e aplicativos para o Ubuntu, mas evoluiu para se tornar sua própria distribuição Linux independente, com o objetivo de criar um ambiente de desktop elegante e amigável para os usuários. Ele introduziu o ambiente de desktop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Pantheon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e lançou várias versões, mantendo um forte foco na usabilidade e no design. Financiou seu desenvolvimento por meio de recompensas e doações da comunidade e baseou-se nas versões LTS do Ubuntu para garantir estabilidade e suporte de longo prazo.</a:t>
                        </a:r>
                        <a:endPara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8" name="CaixaDeTexto 17">
                        <a:extLst>
                          <a:ext uri="{FF2B5EF4-FFF2-40B4-BE49-F238E27FC236}">
                            <a16:creationId xmlns:a16="http://schemas.microsoft.com/office/drawing/2014/main" id="{0E7A3EAC-F798-865B-69A2-F549F621661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31776" y="2265026"/>
                        <a:ext cx="5333722" cy="212365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é uma distribuição Linux que tem como principal objetivo oferecer uma experiência de sistema operacional elegante e fácil de usar para os usuários. Sua finalidade inclui a ênfase na usabilidade e no design elegante, facilitando tarefas cotidianas. A distribuição é baseada em versões LTS do Ubuntu para garantir estabilidade e confiabilidade a longo prazo. O projeto desenvolve seu ambiente de desktop personalizado, 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Pantheon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, e aplicativos exclusivos para fornecer uma experiência consistente. Além disso, 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promove o software de código aberto, incentiva a contribuição da comunidade e busca ampliar o ecossistema Linux, oferecendo uma alternativa atraente para os usuários.</a:t>
                        </a:r>
                        <a:endPara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" name="CaixaDeTexto 18">
                        <a:extLst>
                          <a:ext uri="{FF2B5EF4-FFF2-40B4-BE49-F238E27FC236}">
                            <a16:creationId xmlns:a16="http://schemas.microsoft.com/office/drawing/2014/main" id="{B6807950-AEEA-7A1B-5FEE-16EB95A6611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92874" y="4388684"/>
                        <a:ext cx="5274576" cy="193899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A interface de usuário do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é um destaque da distribuição Linux, caracterizada por seu design elegante e amigável. Utiliza o ambiente de desktop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Pantheon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, que é minimalista e intuitivo, com uma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dock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na parte inferior para acesso rápido a aplicativos. Possui um menu de aplicativos organizado de forma intuitiva e oferece suporte a gestos multitoque. A filosofia de design coeso se reflete em todos os aplicativos nativos, proporcionando uma experiência consistente. Além disso, possui uma Central de Configurações para personalização e simplifica a experiência do usuário, enfatizando a beleza e a simplicidade.</a:t>
                        </a:r>
                        <a:endPara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</p:grpSp>
              <p:grpSp>
                <p:nvGrpSpPr>
                  <p:cNvPr id="46" name="Agrupar 45">
                    <a:extLst>
                      <a:ext uri="{FF2B5EF4-FFF2-40B4-BE49-F238E27FC236}">
                        <a16:creationId xmlns:a16="http://schemas.microsoft.com/office/drawing/2014/main" id="{68390CBD-420B-F819-47DE-543D08F66BAC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117600"/>
                    <a:ext cx="13575910" cy="8173667"/>
                    <a:chOff x="0" y="117600"/>
                    <a:chExt cx="13575910" cy="8173667"/>
                  </a:xfrm>
                </p:grpSpPr>
                <p:sp>
                  <p:nvSpPr>
                    <p:cNvPr id="45" name="Retângulo 44">
                      <a:extLst>
                        <a:ext uri="{FF2B5EF4-FFF2-40B4-BE49-F238E27FC236}">
                          <a16:creationId xmlns:a16="http://schemas.microsoft.com/office/drawing/2014/main" id="{FEF0D03B-6AA0-820F-5DB8-BEDFC23DD1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558" y="2300226"/>
                      <a:ext cx="3407419" cy="396546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 dirty="0"/>
                    </a:p>
                  </p:txBody>
                </p:sp>
                <p:sp>
                  <p:nvSpPr>
                    <p:cNvPr id="36" name="CaixaDeTexto 35">
                      <a:extLst>
                        <a:ext uri="{FF2B5EF4-FFF2-40B4-BE49-F238E27FC236}">
                          <a16:creationId xmlns:a16="http://schemas.microsoft.com/office/drawing/2014/main" id="{A2944766-FCA3-0639-A941-F43C5B706D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117600"/>
                      <a:ext cx="12668753" cy="178510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pt-BR" sz="11000" b="1" spc="-30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ELEMENTERY OS</a:t>
                      </a:r>
                      <a:endParaRPr lang="pt-BR" sz="11000" spc="-300" dirty="0">
                        <a:solidFill>
                          <a:srgbClr val="00B0F0"/>
                        </a:solidFill>
                      </a:endParaRPr>
                    </a:p>
                  </p:txBody>
                </p:sp>
                <p:pic>
                  <p:nvPicPr>
                    <p:cNvPr id="37" name="Imagem 36" descr="Ícone&#10;&#10;Descrição gerada automaticamente">
                      <a:extLst>
                        <a:ext uri="{FF2B5EF4-FFF2-40B4-BE49-F238E27FC236}">
                          <a16:creationId xmlns:a16="http://schemas.microsoft.com/office/drawing/2014/main" id="{6D5A718C-B758-5022-9E22-83FE5CA3DCB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305893" y="3021250"/>
                      <a:ext cx="5270017" cy="5270017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9" name="CaixaDeTexto 38">
                      <a:extLst>
                        <a:ext uri="{FF2B5EF4-FFF2-40B4-BE49-F238E27FC236}">
                          <a16:creationId xmlns:a16="http://schemas.microsoft.com/office/drawing/2014/main" id="{584C01C7-81CA-BC9E-C89D-527E968688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3414" y="2300226"/>
                      <a:ext cx="3391563" cy="36354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r>
                        <a:rPr lang="pt-BR" sz="2000" b="1" kern="100" spc="-150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Gerenciador de Pacotes</a:t>
                      </a:r>
                      <a:endParaRPr lang="pt-BR" sz="2000" b="1" kern="100" spc="-15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endParaRPr lang="pt-BR" sz="1200" b="1" kern="100" spc="-150" dirty="0">
                        <a:solidFill>
                          <a:srgbClr val="00B0F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OS, uma distribuição Linux baseada no Ubuntu, utiliza o gerenciador de pacotes "APT" (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Advanced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Package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Tool) como seu sistema principal de gerenciamento de pacotes. Isso permite que os usuários instalem, atualizem e removam pacotes de software facilmente por meio de comandos na linha de comando. Além disso, 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 oferece uma interface gráfica chamada "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AppCenter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," uma loja de aplicativos que simplifica a instalação e atualização de software, proporcionando uma experiência intuitiva e integrada ao ambiente de desktop do sistema.</a:t>
                      </a:r>
                      <a:endParaRPr lang="pt-BR" sz="1200" dirty="0">
                        <a:solidFill>
                          <a:srgbClr val="00B0F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pt-BR" dirty="0"/>
                    </a:p>
                  </p:txBody>
                </p:sp>
                <p:sp>
                  <p:nvSpPr>
                    <p:cNvPr id="40" name="Retângulo 39">
                      <a:extLst>
                        <a:ext uri="{FF2B5EF4-FFF2-40B4-BE49-F238E27FC236}">
                          <a16:creationId xmlns:a16="http://schemas.microsoft.com/office/drawing/2014/main" id="{C09C332D-8FB0-5447-E5C0-4EFCA51290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8113" y="2300226"/>
                      <a:ext cx="3407419" cy="396546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 dirty="0"/>
                    </a:p>
                  </p:txBody>
                </p:sp>
                <p:sp>
                  <p:nvSpPr>
                    <p:cNvPr id="41" name="CaixaDeTexto 40">
                      <a:extLst>
                        <a:ext uri="{FF2B5EF4-FFF2-40B4-BE49-F238E27FC236}">
                          <a16:creationId xmlns:a16="http://schemas.microsoft.com/office/drawing/2014/main" id="{FC9320A9-B21D-2F6A-D89B-F64A2BC707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78113" y="2393492"/>
                      <a:ext cx="3407419" cy="39388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r>
                        <a:rPr lang="pt-BR" b="1" kern="100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Comunidade e suporte</a:t>
                      </a:r>
                      <a:endParaRPr lang="pt-BR" b="1" kern="100" dirty="0">
                        <a:solidFill>
                          <a:srgbClr val="00B0F0"/>
                        </a:solidFill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endParaRPr lang="pt-BR" sz="1000" b="1" kern="100" spc="-15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just"/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comunidade e o suporte em torno do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OS, uma distribuição Linux, são robustos e abrangentes. Os recursos incluem um site oficial com documentação detalhada, um fórum comunitário para discussões e suporte, blogs e redes sociais onde os usuários compartilham informações, GitHub para colaboração no desenvolvimento, suporte técnico pago para necessidades específicas, além da riqueza de recursos e suporte relacionados ao Ubuntu, no qual 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 é baseado. A comunidade também promove o envolvimento de desenvolvedores por meio de recompensas, incentivando o crescimento e aprimoramento contínuo do sistema.</a:t>
                      </a:r>
                      <a:endParaRPr lang="pt-BR" sz="1200" dirty="0">
                        <a:solidFill>
                          <a:srgbClr val="00B0F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pt-BR" dirty="0"/>
                    </a:p>
                  </p:txBody>
                </p:sp>
              </p:grpSp>
            </p:grpSp>
            <p:grpSp>
              <p:nvGrpSpPr>
                <p:cNvPr id="58" name="Agrupar 57">
                  <a:extLst>
                    <a:ext uri="{FF2B5EF4-FFF2-40B4-BE49-F238E27FC236}">
                      <a16:creationId xmlns:a16="http://schemas.microsoft.com/office/drawing/2014/main" id="{D2E32B0F-A8E9-C56C-EFA2-08BD47415305}"/>
                    </a:ext>
                  </a:extLst>
                </p:cNvPr>
                <p:cNvGrpSpPr/>
                <p:nvPr/>
              </p:nvGrpSpPr>
              <p:grpSpPr>
                <a:xfrm>
                  <a:off x="-256944" y="-77338"/>
                  <a:ext cx="12803008" cy="6972300"/>
                  <a:chOff x="-256944" y="-77338"/>
                  <a:chExt cx="12803008" cy="6972300"/>
                </a:xfrm>
              </p:grpSpPr>
              <p:sp>
                <p:nvSpPr>
                  <p:cNvPr id="48" name="Retângulo 47">
                    <a:extLst>
                      <a:ext uri="{FF2B5EF4-FFF2-40B4-BE49-F238E27FC236}">
                        <a16:creationId xmlns:a16="http://schemas.microsoft.com/office/drawing/2014/main" id="{CE7D2740-C273-1695-2FDA-8C97E1AF77D5}"/>
                      </a:ext>
                    </a:extLst>
                  </p:cNvPr>
                  <p:cNvSpPr/>
                  <p:nvPr/>
                </p:nvSpPr>
                <p:spPr>
                  <a:xfrm>
                    <a:off x="5026782" y="550948"/>
                    <a:ext cx="7519282" cy="5987973"/>
                  </a:xfrm>
                  <a:prstGeom prst="rect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49" name="Retângulo: Cantos Arredondados 48">
                    <a:extLst>
                      <a:ext uri="{FF2B5EF4-FFF2-40B4-BE49-F238E27FC236}">
                        <a16:creationId xmlns:a16="http://schemas.microsoft.com/office/drawing/2014/main" id="{4792C279-B417-5E39-051A-6953883CD05B}"/>
                      </a:ext>
                    </a:extLst>
                  </p:cNvPr>
                  <p:cNvSpPr/>
                  <p:nvPr/>
                </p:nvSpPr>
                <p:spPr>
                  <a:xfrm>
                    <a:off x="-210486" y="-77338"/>
                    <a:ext cx="3009184" cy="6972300"/>
                  </a:xfrm>
                  <a:prstGeom prst="roundRect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50" name="CaixaDeTexto 49">
                    <a:extLst>
                      <a:ext uri="{FF2B5EF4-FFF2-40B4-BE49-F238E27FC236}">
                        <a16:creationId xmlns:a16="http://schemas.microsoft.com/office/drawing/2014/main" id="{574D4C04-7D2B-1AC4-B9B0-D6276A3BE362}"/>
                      </a:ext>
                    </a:extLst>
                  </p:cNvPr>
                  <p:cNvSpPr txBox="1"/>
                  <p:nvPr/>
                </p:nvSpPr>
                <p:spPr>
                  <a:xfrm>
                    <a:off x="-256944" y="1400238"/>
                    <a:ext cx="3767145" cy="27084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85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ARCH LINUX</a:t>
                    </a:r>
                    <a:endParaRPr lang="pt-BR" sz="8500" b="1" spc="-300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1" name="CaixaDeTexto 50">
                    <a:extLst>
                      <a:ext uri="{FF2B5EF4-FFF2-40B4-BE49-F238E27FC236}">
                        <a16:creationId xmlns:a16="http://schemas.microsoft.com/office/drawing/2014/main" id="{6382F21A-0533-B857-A732-EB1AF64F28AE}"/>
                      </a:ext>
                    </a:extLst>
                  </p:cNvPr>
                  <p:cNvSpPr txBox="1"/>
                  <p:nvPr/>
                </p:nvSpPr>
                <p:spPr>
                  <a:xfrm>
                    <a:off x="4519451" y="664314"/>
                    <a:ext cx="3996444" cy="5539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3000" b="1" spc="-3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História e Origens</a:t>
                    </a:r>
                  </a:p>
                </p:txBody>
              </p:sp>
              <p:sp>
                <p:nvSpPr>
                  <p:cNvPr id="52" name="CaixaDeTexto 51">
                    <a:extLst>
                      <a:ext uri="{FF2B5EF4-FFF2-40B4-BE49-F238E27FC236}">
                        <a16:creationId xmlns:a16="http://schemas.microsoft.com/office/drawing/2014/main" id="{E15AF1AA-6D54-E572-806B-C312D21A265F}"/>
                      </a:ext>
                    </a:extLst>
                  </p:cNvPr>
                  <p:cNvSpPr txBox="1"/>
                  <p:nvPr/>
                </p:nvSpPr>
                <p:spPr>
                  <a:xfrm>
                    <a:off x="5044077" y="1313880"/>
                    <a:ext cx="7058498" cy="11695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pt-BR" sz="1400" b="1" i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 Arch Linux é uma distribuição Linux que foi criada por Judd Vinet no ano 2002. A motivação por trás do Arch era fornecer uma plataforma simples e leve, mantendo o controle nas mãos dos usuários para criar um sistema Linux altamente personalizado. A filosofia fundamental do Arch Linux é a simplicidade, elegância e código limpo.</a:t>
                    </a:r>
                    <a:r>
                      <a:rPr lang="pt-BR" sz="1400" b="0" i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 </a:t>
                    </a:r>
                    <a:endParaRPr lang="pt-BR" sz="140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3" name="CaixaDeTexto 52">
                    <a:extLst>
                      <a:ext uri="{FF2B5EF4-FFF2-40B4-BE49-F238E27FC236}">
                        <a16:creationId xmlns:a16="http://schemas.microsoft.com/office/drawing/2014/main" id="{A557892A-7E5C-519E-0F17-F17BFB89540C}"/>
                      </a:ext>
                    </a:extLst>
                  </p:cNvPr>
                  <p:cNvSpPr txBox="1"/>
                  <p:nvPr/>
                </p:nvSpPr>
                <p:spPr>
                  <a:xfrm>
                    <a:off x="4568664" y="2374883"/>
                    <a:ext cx="3996444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3200" b="1" i="0" spc="-300" dirty="0">
                        <a:solidFill>
                          <a:srgbClr val="000000"/>
                        </a:solidFill>
                        <a:effectLst/>
                        <a:latin typeface="WordVisi_MSFontService"/>
                      </a:rPr>
                      <a:t>Objetivo e finalidade</a:t>
                    </a:r>
                    <a:endParaRPr lang="pt-BR" sz="3000" b="1" spc="-3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4" name="CaixaDeTexto 53">
                    <a:extLst>
                      <a:ext uri="{FF2B5EF4-FFF2-40B4-BE49-F238E27FC236}">
                        <a16:creationId xmlns:a16="http://schemas.microsoft.com/office/drawing/2014/main" id="{0D9FDA09-62E3-6E70-DF34-FA6AF166E149}"/>
                      </a:ext>
                    </a:extLst>
                  </p:cNvPr>
                  <p:cNvSpPr txBox="1"/>
                  <p:nvPr/>
                </p:nvSpPr>
                <p:spPr>
                  <a:xfrm>
                    <a:off x="5093290" y="3024449"/>
                    <a:ext cx="7058498" cy="11695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pt-BR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 Arch Linux é uma distribuição de sistema operacional Linux que se destaca por sua simplicidade, alto grau de personalização e atualizações contínuas. Seus principais objetivos são permitir que os usuários construam sistemas personalizados, aprender mais sobre Linux e manter um sistema eficiente. É apreciado por sua comunidade ativa e rapidez de inicialização</a:t>
                    </a:r>
                    <a:endParaRPr lang="pt-BR" sz="14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5" name="CaixaDeTexto 54">
                    <a:extLst>
                      <a:ext uri="{FF2B5EF4-FFF2-40B4-BE49-F238E27FC236}">
                        <a16:creationId xmlns:a16="http://schemas.microsoft.com/office/drawing/2014/main" id="{9EA179D9-2F3D-48EF-8E17-A3B1D5C65145}"/>
                      </a:ext>
                    </a:extLst>
                  </p:cNvPr>
                  <p:cNvSpPr txBox="1"/>
                  <p:nvPr/>
                </p:nvSpPr>
                <p:spPr>
                  <a:xfrm>
                    <a:off x="4585045" y="4245561"/>
                    <a:ext cx="3996444" cy="5539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3000" b="1" i="0" spc="-3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Interface de usuário</a:t>
                    </a:r>
                    <a:r>
                      <a:rPr lang="pt-BR" sz="3000" b="0" i="0" spc="-3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 </a:t>
                    </a:r>
                    <a:endParaRPr lang="pt-BR" sz="3000" b="1" spc="-3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" name="CaixaDeTexto 55">
                    <a:extLst>
                      <a:ext uri="{FF2B5EF4-FFF2-40B4-BE49-F238E27FC236}">
                        <a16:creationId xmlns:a16="http://schemas.microsoft.com/office/drawing/2014/main" id="{04202BB4-163C-B6AC-5D54-648B40C49A1C}"/>
                      </a:ext>
                    </a:extLst>
                  </p:cNvPr>
                  <p:cNvSpPr txBox="1"/>
                  <p:nvPr/>
                </p:nvSpPr>
                <p:spPr>
                  <a:xfrm>
                    <a:off x="5109671" y="4895127"/>
                    <a:ext cx="7058498" cy="16004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pt-BR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 Arch Linux não inclui uma interface de usuário gráfica por padrão, permitindo que os usuários escolham e instalem sua interface preferida. Essa abordagem minimalista reflete a filosofia "faça você mesmo" da distribuição, onde os usuários têm controle total sobre a configuração do sistema. Populares opções incluem KDE Plasma, GNOME, </a:t>
                    </a:r>
                    <a:r>
                      <a:rPr lang="pt-BR" sz="1400" b="1" i="0" dirty="0" err="1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Xfce</a:t>
                    </a:r>
                    <a:r>
                      <a:rPr lang="pt-BR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, e gerenciadores de janelas minimalistas como i3. A instalação e configuração da interface são personalizadas, exigindo um nível mais avançado de conhecimento técnico por parte do usuário.</a:t>
                    </a:r>
                    <a:r>
                      <a:rPr lang="pt-BR" sz="1400" b="0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 </a:t>
                    </a:r>
                    <a:endParaRPr lang="pt-BR" sz="1400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pic>
                <p:nvPicPr>
                  <p:cNvPr id="57" name="Imagem 56" descr="Ícone&#10;&#10;Descrição gerada automaticamente">
                    <a:extLst>
                      <a:ext uri="{FF2B5EF4-FFF2-40B4-BE49-F238E27FC236}">
                        <a16:creationId xmlns:a16="http://schemas.microsoft.com/office/drawing/2014/main" id="{18822738-E9B9-7741-0008-8778AF2824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551047" y="5695346"/>
                    <a:ext cx="1041148" cy="104114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74" name="Agrupar 73">
                <a:extLst>
                  <a:ext uri="{FF2B5EF4-FFF2-40B4-BE49-F238E27FC236}">
                    <a16:creationId xmlns:a16="http://schemas.microsoft.com/office/drawing/2014/main" id="{330E72FF-8AAE-0B0D-9B4E-46051B86D66A}"/>
                  </a:ext>
                </a:extLst>
              </p:cNvPr>
              <p:cNvGrpSpPr/>
              <p:nvPr/>
            </p:nvGrpSpPr>
            <p:grpSpPr>
              <a:xfrm>
                <a:off x="-1" y="0"/>
                <a:ext cx="12192001" cy="6858000"/>
                <a:chOff x="-1" y="0"/>
                <a:chExt cx="12192001" cy="6858000"/>
              </a:xfrm>
            </p:grpSpPr>
            <p:sp>
              <p:nvSpPr>
                <p:cNvPr id="60" name="Retângulo 59">
                  <a:extLst>
                    <a:ext uri="{FF2B5EF4-FFF2-40B4-BE49-F238E27FC236}">
                      <a16:creationId xmlns:a16="http://schemas.microsoft.com/office/drawing/2014/main" id="{D5A331D9-6F87-35EB-0092-CA2E1B559A0C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12192001" cy="685800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61" name="Retângulo 60">
                  <a:extLst>
                    <a:ext uri="{FF2B5EF4-FFF2-40B4-BE49-F238E27FC236}">
                      <a16:creationId xmlns:a16="http://schemas.microsoft.com/office/drawing/2014/main" id="{6C2BE56C-C744-7D3C-8265-63F1877F3EFD}"/>
                    </a:ext>
                  </a:extLst>
                </p:cNvPr>
                <p:cNvSpPr/>
                <p:nvPr/>
              </p:nvSpPr>
              <p:spPr>
                <a:xfrm>
                  <a:off x="361447" y="324480"/>
                  <a:ext cx="4457133" cy="58039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2" name="Triângulo isósceles 61">
                  <a:extLst>
                    <a:ext uri="{FF2B5EF4-FFF2-40B4-BE49-F238E27FC236}">
                      <a16:creationId xmlns:a16="http://schemas.microsoft.com/office/drawing/2014/main" id="{E731AF40-9B0E-35E0-5D06-AD543A207D16}"/>
                    </a:ext>
                  </a:extLst>
                </p:cNvPr>
                <p:cNvSpPr/>
                <p:nvPr/>
              </p:nvSpPr>
              <p:spPr>
                <a:xfrm rot="16200000">
                  <a:off x="3856017" y="2819383"/>
                  <a:ext cx="1587943" cy="842594"/>
                </a:xfrm>
                <a:prstGeom prst="triangl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63" name="CaixaDeTexto 62">
                  <a:extLst>
                    <a:ext uri="{FF2B5EF4-FFF2-40B4-BE49-F238E27FC236}">
                      <a16:creationId xmlns:a16="http://schemas.microsoft.com/office/drawing/2014/main" id="{7F8B75E1-2FB0-5FBE-54CD-93E8D5282E31}"/>
                    </a:ext>
                  </a:extLst>
                </p:cNvPr>
                <p:cNvSpPr txBox="1"/>
                <p:nvPr/>
              </p:nvSpPr>
              <p:spPr>
                <a:xfrm>
                  <a:off x="232231" y="1441422"/>
                  <a:ext cx="4475395" cy="5170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1000" b="1" i="0" spc="-300" dirty="0">
                      <a:solidFill>
                        <a:srgbClr val="00B0F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ARCH LINUX</a:t>
                  </a:r>
                  <a:r>
                    <a:rPr lang="pt-BR" sz="11000" b="1" i="0" spc="-30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 </a:t>
                  </a:r>
                  <a:endParaRPr lang="pt-BR" sz="11000" b="1" spc="-3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64" name="Imagem 63" descr="Ícone&#10;&#10;Descrição gerada automaticamente">
                  <a:extLst>
                    <a:ext uri="{FF2B5EF4-FFF2-40B4-BE49-F238E27FC236}">
                      <a16:creationId xmlns:a16="http://schemas.microsoft.com/office/drawing/2014/main" id="{016F52DA-AA66-401D-ACF8-B9D361D345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40488" y="5742542"/>
                  <a:ext cx="1041148" cy="1041148"/>
                </a:xfrm>
                <a:prstGeom prst="rect">
                  <a:avLst/>
                </a:prstGeom>
              </p:spPr>
            </p:pic>
            <p:sp>
              <p:nvSpPr>
                <p:cNvPr id="65" name="CaixaDeTexto 64">
                  <a:extLst>
                    <a:ext uri="{FF2B5EF4-FFF2-40B4-BE49-F238E27FC236}">
                      <a16:creationId xmlns:a16="http://schemas.microsoft.com/office/drawing/2014/main" id="{43731869-86A5-A88E-0E24-0073A720192D}"/>
                    </a:ext>
                  </a:extLst>
                </p:cNvPr>
                <p:cNvSpPr txBox="1"/>
                <p:nvPr/>
              </p:nvSpPr>
              <p:spPr>
                <a:xfrm>
                  <a:off x="5157535" y="701767"/>
                  <a:ext cx="673549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4000" b="1" i="0" spc="-30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GERENCIADOR DE PACOTES</a:t>
                  </a:r>
                  <a:endParaRPr lang="pt-BR" sz="4000" spc="-3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" name="CaixaDeTexto 65">
                  <a:extLst>
                    <a:ext uri="{FF2B5EF4-FFF2-40B4-BE49-F238E27FC236}">
                      <a16:creationId xmlns:a16="http://schemas.microsoft.com/office/drawing/2014/main" id="{781693ED-BF02-EEFB-81FA-372D040C104B}"/>
                    </a:ext>
                  </a:extLst>
                </p:cNvPr>
                <p:cNvSpPr txBox="1"/>
                <p:nvPr/>
              </p:nvSpPr>
              <p:spPr>
                <a:xfrm>
                  <a:off x="4995370" y="1355156"/>
                  <a:ext cx="6387979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O Arch Linux utiliza o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Pacman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como seu gerenciador de pacotes padrão. O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Pacman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é conhecido por sua simplicidade e eficiência, facilitando a instalação, remoção e atualização de software. Ele gerencia dependências automaticamente, suporta o modelo de "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rolling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release" do Arch e permite aos usuários compilar pacotes a partir do código-fonte. O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Pacman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é uma ferramenta essencial para a gestão de software no Arch Linux, proporcionando uma experiência direta e poderosa.</a:t>
                  </a:r>
                  <a:endParaRPr lang="pt-BR" sz="1500" spc="-1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CaixaDeTexto 66">
                  <a:extLst>
                    <a:ext uri="{FF2B5EF4-FFF2-40B4-BE49-F238E27FC236}">
                      <a16:creationId xmlns:a16="http://schemas.microsoft.com/office/drawing/2014/main" id="{1AC99277-49EC-7423-BA5F-09F8CC36D406}"/>
                    </a:ext>
                  </a:extLst>
                </p:cNvPr>
                <p:cNvSpPr txBox="1"/>
                <p:nvPr/>
              </p:nvSpPr>
              <p:spPr>
                <a:xfrm>
                  <a:off x="5236257" y="3325697"/>
                  <a:ext cx="638622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4000" b="1" i="0" spc="-30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COMUNIDADE E SUPORTE </a:t>
                  </a:r>
                  <a:endParaRPr lang="pt-BR" sz="4000" b="1" spc="-3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" name="CaixaDeTexto 67">
                  <a:extLst>
                    <a:ext uri="{FF2B5EF4-FFF2-40B4-BE49-F238E27FC236}">
                      <a16:creationId xmlns:a16="http://schemas.microsoft.com/office/drawing/2014/main" id="{9BE6407F-1CD3-3D7C-9099-9C1F61D6A035}"/>
                    </a:ext>
                  </a:extLst>
                </p:cNvPr>
                <p:cNvSpPr txBox="1"/>
                <p:nvPr/>
              </p:nvSpPr>
              <p:spPr>
                <a:xfrm>
                  <a:off x="5065094" y="4033583"/>
                  <a:ext cx="6387979" cy="1754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 rtl="0" fontAlgn="base"/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A comunidade do Arch Linux desempenha um papel fundamental no suporte e desenvolvimento da distribuição. A extensa Arch Wiki, fóruns ativos, canais de IRC e listas de discussão proporcionam recursos valiosos para os usuários. O Arch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User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Repository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(AUR), mantido pela comunidade, permite a instalação de pacotes não oficiais. A comunidade contribui significativamente para a documentação, suporte e manutenção, tornando-se uma parte vital da experiência do Arch Linux. </a:t>
                  </a:r>
                </a:p>
                <a:p>
                  <a:pPr algn="ctr" rtl="0" fontAlgn="base"/>
                  <a:r>
                    <a:rPr lang="pt-BR" sz="1800" b="0" i="0" dirty="0"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</a:rPr>
                    <a:t> </a:t>
                  </a:r>
                  <a:endParaRPr lang="pt-BR" sz="1600" b="0" i="0" dirty="0">
                    <a:solidFill>
                      <a:srgbClr val="000000"/>
                    </a:solidFill>
                    <a:effectLst/>
                    <a:latin typeface="Segoe UI" panose="020B0502040204020203" pitchFamily="34" charset="0"/>
                  </a:endParaRPr>
                </a:p>
              </p:txBody>
            </p:sp>
          </p:grpSp>
        </p:grpSp>
        <p:sp>
          <p:nvSpPr>
            <p:cNvPr id="76" name="Retângulo 75">
              <a:extLst>
                <a:ext uri="{FF2B5EF4-FFF2-40B4-BE49-F238E27FC236}">
                  <a16:creationId xmlns:a16="http://schemas.microsoft.com/office/drawing/2014/main" id="{7F7502D5-CC17-54AE-C087-BF9AECB68F84}"/>
                </a:ext>
              </a:extLst>
            </p:cNvPr>
            <p:cNvSpPr/>
            <p:nvPr/>
          </p:nvSpPr>
          <p:spPr>
            <a:xfrm>
              <a:off x="2220335" y="3727391"/>
              <a:ext cx="7969039" cy="356409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7" name="CaixaDeTexto 76">
              <a:extLst>
                <a:ext uri="{FF2B5EF4-FFF2-40B4-BE49-F238E27FC236}">
                  <a16:creationId xmlns:a16="http://schemas.microsoft.com/office/drawing/2014/main" id="{A84B6C15-3456-EBE1-C8EE-459F28DBC769}"/>
                </a:ext>
              </a:extLst>
            </p:cNvPr>
            <p:cNvSpPr txBox="1"/>
            <p:nvPr/>
          </p:nvSpPr>
          <p:spPr>
            <a:xfrm>
              <a:off x="3392413" y="1362712"/>
              <a:ext cx="5900818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0000" b="1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0415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Agrupar 78">
            <a:extLst>
              <a:ext uri="{FF2B5EF4-FFF2-40B4-BE49-F238E27FC236}">
                <a16:creationId xmlns:a16="http://schemas.microsoft.com/office/drawing/2014/main" id="{D996EDD7-661A-71EC-0E4D-EA59234CE7D9}"/>
              </a:ext>
            </a:extLst>
          </p:cNvPr>
          <p:cNvGrpSpPr/>
          <p:nvPr/>
        </p:nvGrpSpPr>
        <p:grpSpPr>
          <a:xfrm>
            <a:off x="-461958" y="-31001006"/>
            <a:ext cx="13995595" cy="42448967"/>
            <a:chOff x="-481008" y="-37916156"/>
            <a:chExt cx="13995595" cy="42448967"/>
          </a:xfrm>
        </p:grpSpPr>
        <p:grpSp>
          <p:nvGrpSpPr>
            <p:cNvPr id="75" name="Agrupar 74">
              <a:extLst>
                <a:ext uri="{FF2B5EF4-FFF2-40B4-BE49-F238E27FC236}">
                  <a16:creationId xmlns:a16="http://schemas.microsoft.com/office/drawing/2014/main" id="{80A26B30-5698-F153-F152-355FDFC44867}"/>
                </a:ext>
              </a:extLst>
            </p:cNvPr>
            <p:cNvGrpSpPr/>
            <p:nvPr/>
          </p:nvGrpSpPr>
          <p:grpSpPr>
            <a:xfrm>
              <a:off x="-481008" y="-37916156"/>
              <a:ext cx="13995595" cy="37868078"/>
              <a:chOff x="-466494" y="-31010078"/>
              <a:chExt cx="13995595" cy="37868078"/>
            </a:xfrm>
          </p:grpSpPr>
          <p:grpSp>
            <p:nvGrpSpPr>
              <p:cNvPr id="59" name="Agrupar 58">
                <a:extLst>
                  <a:ext uri="{FF2B5EF4-FFF2-40B4-BE49-F238E27FC236}">
                    <a16:creationId xmlns:a16="http://schemas.microsoft.com/office/drawing/2014/main" id="{524B5DE6-E9E7-7C4B-93A8-B073DA8AC9BE}"/>
                  </a:ext>
                </a:extLst>
              </p:cNvPr>
              <p:cNvGrpSpPr/>
              <p:nvPr/>
            </p:nvGrpSpPr>
            <p:grpSpPr>
              <a:xfrm>
                <a:off x="-466494" y="-31010078"/>
                <a:ext cx="13995595" cy="30819578"/>
                <a:chOff x="-256944" y="-23924616"/>
                <a:chExt cx="13995595" cy="30819578"/>
              </a:xfrm>
            </p:grpSpPr>
            <p:grpSp>
              <p:nvGrpSpPr>
                <p:cNvPr id="47" name="Agrupar 46">
                  <a:extLst>
                    <a:ext uri="{FF2B5EF4-FFF2-40B4-BE49-F238E27FC236}">
                      <a16:creationId xmlns:a16="http://schemas.microsoft.com/office/drawing/2014/main" id="{D8172B1D-A05D-41B2-1C0C-32FDC6794791}"/>
                    </a:ext>
                  </a:extLst>
                </p:cNvPr>
                <p:cNvGrpSpPr/>
                <p:nvPr/>
              </p:nvGrpSpPr>
              <p:grpSpPr>
                <a:xfrm>
                  <a:off x="0" y="-23924616"/>
                  <a:ext cx="13738651" cy="24138683"/>
                  <a:chOff x="-162741" y="-15847416"/>
                  <a:chExt cx="13738651" cy="24138683"/>
                </a:xfrm>
              </p:grpSpPr>
              <p:grpSp>
                <p:nvGrpSpPr>
                  <p:cNvPr id="21" name="Agrupar 20">
                    <a:extLst>
                      <a:ext uri="{FF2B5EF4-FFF2-40B4-BE49-F238E27FC236}">
                        <a16:creationId xmlns:a16="http://schemas.microsoft.com/office/drawing/2014/main" id="{29F6C6DA-37A3-5F47-2D29-3B501A5B4E3C}"/>
                      </a:ext>
                    </a:extLst>
                  </p:cNvPr>
                  <p:cNvGrpSpPr/>
                  <p:nvPr/>
                </p:nvGrpSpPr>
                <p:grpSpPr>
                  <a:xfrm>
                    <a:off x="-162741" y="-15847416"/>
                    <a:ext cx="12354741" cy="15952284"/>
                    <a:chOff x="-162741" y="-7868698"/>
                    <a:chExt cx="12354741" cy="15952284"/>
                  </a:xfrm>
                </p:grpSpPr>
                <p:grpSp>
                  <p:nvGrpSpPr>
                    <p:cNvPr id="7" name="Agrupar 6">
                      <a:extLst>
                        <a:ext uri="{FF2B5EF4-FFF2-40B4-BE49-F238E27FC236}">
                          <a16:creationId xmlns:a16="http://schemas.microsoft.com/office/drawing/2014/main" id="{89550AB8-47D9-9D5C-0288-7121131D10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0753" y="-7868698"/>
                      <a:ext cx="12011247" cy="6858000"/>
                      <a:chOff x="180753" y="0"/>
                      <a:chExt cx="12011247" cy="6858000"/>
                    </a:xfrm>
                  </p:grpSpPr>
                  <p:pic>
                    <p:nvPicPr>
                      <p:cNvPr id="4" name="Imagem 3" descr="Ícone&#10;&#10;Descrição gerada automaticamente">
                        <a:extLst>
                          <a:ext uri="{FF2B5EF4-FFF2-40B4-BE49-F238E27FC236}">
                            <a16:creationId xmlns:a16="http://schemas.microsoft.com/office/drawing/2014/main" id="{F5C0BD21-9515-1BA3-CA2F-B93C50EC36A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80753" y="5603358"/>
                        <a:ext cx="1116419" cy="1116419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5" name="CaixaDeTexto 4">
                        <a:extLst>
                          <a:ext uri="{FF2B5EF4-FFF2-40B4-BE49-F238E27FC236}">
                            <a16:creationId xmlns:a16="http://schemas.microsoft.com/office/drawing/2014/main" id="{4C509044-28FD-7A04-2FCE-A2A2A648368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135265" y="0"/>
                        <a:ext cx="8892576" cy="68580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892576" h="6858000">
                            <a:moveTo>
                              <a:pt x="5396909" y="5119189"/>
                            </a:moveTo>
                            <a:lnTo>
                              <a:pt x="5573196" y="5119189"/>
                            </a:lnTo>
                            <a:lnTo>
                              <a:pt x="5569062" y="5120431"/>
                            </a:lnTo>
                            <a:cubicBezTo>
                              <a:pt x="5528931" y="5128839"/>
                              <a:pt x="5485058" y="5134725"/>
                              <a:pt x="5437445" y="5138088"/>
                            </a:cubicBezTo>
                            <a:lnTo>
                              <a:pt x="5396909" y="5139448"/>
                            </a:lnTo>
                            <a:close/>
                            <a:moveTo>
                              <a:pt x="0" y="5119189"/>
                            </a:moveTo>
                            <a:lnTo>
                              <a:pt x="5077232" y="5119189"/>
                            </a:lnTo>
                            <a:lnTo>
                              <a:pt x="5113977" y="5126789"/>
                            </a:lnTo>
                            <a:cubicBezTo>
                              <a:pt x="5178166" y="5136563"/>
                              <a:pt x="5252584" y="5141451"/>
                              <a:pt x="5337230" y="5141451"/>
                            </a:cubicBezTo>
                            <a:lnTo>
                              <a:pt x="5396909" y="5139448"/>
                            </a:lnTo>
                            <a:lnTo>
                              <a:pt x="5396909" y="5342473"/>
                            </a:lnTo>
                            <a:lnTo>
                              <a:pt x="0" y="5342473"/>
                            </a:lnTo>
                            <a:close/>
                            <a:moveTo>
                              <a:pt x="630393" y="3353002"/>
                            </a:moveTo>
                            <a:lnTo>
                              <a:pt x="988324" y="3353002"/>
                            </a:lnTo>
                            <a:lnTo>
                              <a:pt x="988324" y="4812541"/>
                            </a:lnTo>
                            <a:lnTo>
                              <a:pt x="1878316" y="4812541"/>
                            </a:lnTo>
                            <a:lnTo>
                              <a:pt x="1878316" y="5111220"/>
                            </a:lnTo>
                            <a:lnTo>
                              <a:pt x="630393" y="5111220"/>
                            </a:lnTo>
                            <a:close/>
                            <a:moveTo>
                              <a:pt x="6279052" y="3338491"/>
                            </a:moveTo>
                            <a:lnTo>
                              <a:pt x="6828041" y="4186160"/>
                            </a:lnTo>
                            <a:lnTo>
                              <a:pt x="6222218" y="5111220"/>
                            </a:lnTo>
                            <a:lnTo>
                              <a:pt x="6651494" y="5111220"/>
                            </a:lnTo>
                            <a:lnTo>
                              <a:pt x="7045703" y="4498141"/>
                            </a:lnTo>
                            <a:lnTo>
                              <a:pt x="7438701" y="5111220"/>
                            </a:lnTo>
                            <a:lnTo>
                              <a:pt x="7870396" y="5111220"/>
                            </a:lnTo>
                            <a:lnTo>
                              <a:pt x="7264573" y="4199462"/>
                            </a:lnTo>
                            <a:lnTo>
                              <a:pt x="7815981" y="3338491"/>
                            </a:lnTo>
                            <a:lnTo>
                              <a:pt x="7401215" y="3338491"/>
                            </a:lnTo>
                            <a:lnTo>
                              <a:pt x="7052958" y="3908038"/>
                            </a:lnTo>
                            <a:lnTo>
                              <a:pt x="6697445" y="3338491"/>
                            </a:lnTo>
                            <a:close/>
                            <a:moveTo>
                              <a:pt x="4609275" y="3338491"/>
                            </a:moveTo>
                            <a:lnTo>
                              <a:pt x="4967207" y="3338491"/>
                            </a:lnTo>
                            <a:lnTo>
                              <a:pt x="4967207" y="4298618"/>
                            </a:lnTo>
                            <a:cubicBezTo>
                              <a:pt x="4967207" y="4450981"/>
                              <a:pt x="4971640" y="4549735"/>
                              <a:pt x="4980508" y="4594879"/>
                            </a:cubicBezTo>
                            <a:cubicBezTo>
                              <a:pt x="4995825" y="4667433"/>
                              <a:pt x="5032303" y="4725678"/>
                              <a:pt x="5089943" y="4769613"/>
                            </a:cubicBezTo>
                            <a:cubicBezTo>
                              <a:pt x="5147583" y="4813548"/>
                              <a:pt x="5226385" y="4835516"/>
                              <a:pt x="5326347" y="4835516"/>
                            </a:cubicBezTo>
                            <a:lnTo>
                              <a:pt x="5396909" y="4831675"/>
                            </a:lnTo>
                            <a:lnTo>
                              <a:pt x="5396909" y="5119189"/>
                            </a:lnTo>
                            <a:lnTo>
                              <a:pt x="5077232" y="5119189"/>
                            </a:lnTo>
                            <a:lnTo>
                              <a:pt x="5025363" y="5108462"/>
                            </a:lnTo>
                            <a:cubicBezTo>
                              <a:pt x="4998382" y="5101131"/>
                              <a:pt x="4973958" y="5092578"/>
                              <a:pt x="4952091" y="5082803"/>
                            </a:cubicBezTo>
                            <a:cubicBezTo>
                              <a:pt x="4864624" y="5043705"/>
                              <a:pt x="4795496" y="4992917"/>
                              <a:pt x="4744708" y="4930440"/>
                            </a:cubicBezTo>
                            <a:cubicBezTo>
                              <a:pt x="4693921" y="4867964"/>
                              <a:pt x="4660466" y="4802464"/>
                              <a:pt x="4644343" y="4733941"/>
                            </a:cubicBezTo>
                            <a:cubicBezTo>
                              <a:pt x="4620964" y="4632366"/>
                              <a:pt x="4609275" y="4482421"/>
                              <a:pt x="4609275" y="4284108"/>
                            </a:cubicBezTo>
                            <a:close/>
                            <a:moveTo>
                              <a:pt x="2824621" y="3338491"/>
                            </a:moveTo>
                            <a:lnTo>
                              <a:pt x="3172879" y="3338491"/>
                            </a:lnTo>
                            <a:lnTo>
                              <a:pt x="3898416" y="4522326"/>
                            </a:lnTo>
                            <a:lnTo>
                              <a:pt x="3898416" y="3338491"/>
                            </a:lnTo>
                            <a:lnTo>
                              <a:pt x="4230954" y="3338491"/>
                            </a:lnTo>
                            <a:lnTo>
                              <a:pt x="4230954" y="5111220"/>
                            </a:lnTo>
                            <a:lnTo>
                              <a:pt x="3871813" y="5111220"/>
                            </a:lnTo>
                            <a:lnTo>
                              <a:pt x="3157159" y="3955198"/>
                            </a:lnTo>
                            <a:lnTo>
                              <a:pt x="3157159" y="5111220"/>
                            </a:lnTo>
                            <a:lnTo>
                              <a:pt x="2824621" y="5111220"/>
                            </a:lnTo>
                            <a:close/>
                            <a:moveTo>
                              <a:pt x="2124311" y="3338491"/>
                            </a:moveTo>
                            <a:lnTo>
                              <a:pt x="2482242" y="3338491"/>
                            </a:lnTo>
                            <a:lnTo>
                              <a:pt x="2482242" y="5111220"/>
                            </a:lnTo>
                            <a:lnTo>
                              <a:pt x="2124311" y="5111220"/>
                            </a:lnTo>
                            <a:close/>
                            <a:moveTo>
                              <a:pt x="3772172" y="2185129"/>
                            </a:moveTo>
                            <a:lnTo>
                              <a:pt x="3772172" y="2367443"/>
                            </a:lnTo>
                            <a:lnTo>
                              <a:pt x="3899606" y="2367443"/>
                            </a:lnTo>
                            <a:cubicBezTo>
                              <a:pt x="3949216" y="2367443"/>
                              <a:pt x="3980687" y="2366048"/>
                              <a:pt x="3994019" y="2363258"/>
                            </a:cubicBezTo>
                            <a:cubicBezTo>
                              <a:pt x="4014483" y="2359537"/>
                              <a:pt x="4031149" y="2350468"/>
                              <a:pt x="4044017" y="2336050"/>
                            </a:cubicBezTo>
                            <a:cubicBezTo>
                              <a:pt x="4056883" y="2321633"/>
                              <a:pt x="4063317" y="2302331"/>
                              <a:pt x="4063317" y="2278147"/>
                            </a:cubicBezTo>
                            <a:cubicBezTo>
                              <a:pt x="4063317" y="2257683"/>
                              <a:pt x="4058357" y="2240319"/>
                              <a:pt x="4048435" y="2226057"/>
                            </a:cubicBezTo>
                            <a:cubicBezTo>
                              <a:pt x="4038513" y="2211794"/>
                              <a:pt x="4024173" y="2201407"/>
                              <a:pt x="4005414" y="2194896"/>
                            </a:cubicBezTo>
                            <a:cubicBezTo>
                              <a:pt x="3986655" y="2188385"/>
                              <a:pt x="3945960" y="2185129"/>
                              <a:pt x="3883328" y="2185129"/>
                            </a:cubicBezTo>
                            <a:close/>
                            <a:moveTo>
                              <a:pt x="2819672" y="1915843"/>
                            </a:moveTo>
                            <a:lnTo>
                              <a:pt x="2819672" y="2088856"/>
                            </a:lnTo>
                            <a:lnTo>
                              <a:pt x="2921527" y="2088856"/>
                            </a:lnTo>
                            <a:cubicBezTo>
                              <a:pt x="2987569" y="2088856"/>
                              <a:pt x="3028807" y="2086066"/>
                              <a:pt x="3045240" y="2080484"/>
                            </a:cubicBezTo>
                            <a:cubicBezTo>
                              <a:pt x="3061673" y="2074903"/>
                              <a:pt x="3074541" y="2065291"/>
                              <a:pt x="3083842" y="2051649"/>
                            </a:cubicBezTo>
                            <a:cubicBezTo>
                              <a:pt x="3093144" y="2038006"/>
                              <a:pt x="3097795" y="2020953"/>
                              <a:pt x="3097795" y="2000489"/>
                            </a:cubicBezTo>
                            <a:cubicBezTo>
                              <a:pt x="3097795" y="1977545"/>
                              <a:pt x="3091671" y="1959019"/>
                              <a:pt x="3079424" y="1944911"/>
                            </a:cubicBezTo>
                            <a:cubicBezTo>
                              <a:pt x="3067176" y="1930803"/>
                              <a:pt x="3049891" y="1921889"/>
                              <a:pt x="3027567" y="1918169"/>
                            </a:cubicBezTo>
                            <a:cubicBezTo>
                              <a:pt x="3016405" y="1916618"/>
                              <a:pt x="2982918" y="1915843"/>
                              <a:pt x="2927108" y="1915843"/>
                            </a:cubicBezTo>
                            <a:close/>
                            <a:moveTo>
                              <a:pt x="647043" y="1915843"/>
                            </a:moveTo>
                            <a:lnTo>
                              <a:pt x="647043" y="2367443"/>
                            </a:lnTo>
                            <a:lnTo>
                              <a:pt x="749827" y="2367443"/>
                            </a:lnTo>
                            <a:cubicBezTo>
                              <a:pt x="788275" y="2367443"/>
                              <a:pt x="816024" y="2365273"/>
                              <a:pt x="833078" y="2360932"/>
                            </a:cubicBezTo>
                            <a:cubicBezTo>
                              <a:pt x="855402" y="2355351"/>
                              <a:pt x="873928" y="2345895"/>
                              <a:pt x="888656" y="2332562"/>
                            </a:cubicBezTo>
                            <a:cubicBezTo>
                              <a:pt x="903383" y="2319230"/>
                              <a:pt x="915398" y="2297293"/>
                              <a:pt x="924700" y="2266752"/>
                            </a:cubicBezTo>
                            <a:cubicBezTo>
                              <a:pt x="934002" y="2236212"/>
                              <a:pt x="938653" y="2194586"/>
                              <a:pt x="938653" y="2141876"/>
                            </a:cubicBezTo>
                            <a:cubicBezTo>
                              <a:pt x="938653" y="2089166"/>
                              <a:pt x="934002" y="2048703"/>
                              <a:pt x="924700" y="2020488"/>
                            </a:cubicBezTo>
                            <a:cubicBezTo>
                              <a:pt x="915398" y="1992273"/>
                              <a:pt x="902376" y="1970259"/>
                              <a:pt x="885633" y="1954445"/>
                            </a:cubicBezTo>
                            <a:cubicBezTo>
                              <a:pt x="868889" y="1938633"/>
                              <a:pt x="847650" y="1927936"/>
                              <a:pt x="821916" y="1922355"/>
                            </a:cubicBezTo>
                            <a:cubicBezTo>
                              <a:pt x="802692" y="1918014"/>
                              <a:pt x="765020" y="1915843"/>
                              <a:pt x="708899" y="1915843"/>
                            </a:cubicBezTo>
                            <a:close/>
                            <a:moveTo>
                              <a:pt x="3772172" y="1913983"/>
                            </a:moveTo>
                            <a:lnTo>
                              <a:pt x="3772172" y="2071648"/>
                            </a:lnTo>
                            <a:lnTo>
                              <a:pt x="3862399" y="2071648"/>
                            </a:lnTo>
                            <a:cubicBezTo>
                              <a:pt x="3916040" y="2071648"/>
                              <a:pt x="3949371" y="2070873"/>
                              <a:pt x="3962393" y="2069322"/>
                            </a:cubicBezTo>
                            <a:cubicBezTo>
                              <a:pt x="3985958" y="2066532"/>
                              <a:pt x="4004484" y="2058393"/>
                              <a:pt x="4017971" y="2044905"/>
                            </a:cubicBezTo>
                            <a:cubicBezTo>
                              <a:pt x="4031459" y="2031418"/>
                              <a:pt x="4038203" y="2013667"/>
                              <a:pt x="4038203" y="1991653"/>
                            </a:cubicBezTo>
                            <a:cubicBezTo>
                              <a:pt x="4038203" y="1970569"/>
                              <a:pt x="4032389" y="1953438"/>
                              <a:pt x="4020762" y="1940260"/>
                            </a:cubicBezTo>
                            <a:cubicBezTo>
                              <a:pt x="4009135" y="1927083"/>
                              <a:pt x="3991849" y="1919099"/>
                              <a:pt x="3968905" y="1916308"/>
                            </a:cubicBezTo>
                            <a:cubicBezTo>
                              <a:pt x="3955262" y="1914758"/>
                              <a:pt x="3916040" y="1913983"/>
                              <a:pt x="3851237" y="1913983"/>
                            </a:cubicBezTo>
                            <a:close/>
                            <a:moveTo>
                              <a:pt x="6261378" y="1906542"/>
                            </a:moveTo>
                            <a:cubicBezTo>
                              <a:pt x="6318119" y="1906542"/>
                              <a:pt x="6363620" y="1925765"/>
                              <a:pt x="6397882" y="1964212"/>
                            </a:cubicBezTo>
                            <a:cubicBezTo>
                              <a:pt x="6432143" y="2002660"/>
                              <a:pt x="6449274" y="2060951"/>
                              <a:pt x="6449274" y="2139085"/>
                            </a:cubicBezTo>
                            <a:cubicBezTo>
                              <a:pt x="6449274" y="2218150"/>
                              <a:pt x="6431678" y="2277449"/>
                              <a:pt x="6396486" y="2316981"/>
                            </a:cubicBezTo>
                            <a:cubicBezTo>
                              <a:pt x="6361295" y="2356514"/>
                              <a:pt x="6316259" y="2376280"/>
                              <a:pt x="6261378" y="2376280"/>
                            </a:cubicBezTo>
                            <a:cubicBezTo>
                              <a:pt x="6206498" y="2376280"/>
                              <a:pt x="6161229" y="2356359"/>
                              <a:pt x="6125573" y="2316517"/>
                            </a:cubicBezTo>
                            <a:cubicBezTo>
                              <a:pt x="6089916" y="2276674"/>
                              <a:pt x="6072088" y="2218150"/>
                              <a:pt x="6072088" y="2140946"/>
                            </a:cubicBezTo>
                            <a:cubicBezTo>
                              <a:pt x="6072088" y="2062501"/>
                              <a:pt x="6089451" y="2003822"/>
                              <a:pt x="6124177" y="1964910"/>
                            </a:cubicBezTo>
                            <a:cubicBezTo>
                              <a:pt x="6158904" y="1925998"/>
                              <a:pt x="6204638" y="1906542"/>
                              <a:pt x="6261378" y="1906542"/>
                            </a:cubicBezTo>
                            <a:close/>
                            <a:moveTo>
                              <a:pt x="5396909" y="1834569"/>
                            </a:moveTo>
                            <a:lnTo>
                              <a:pt x="5396909" y="2058963"/>
                            </a:lnTo>
                            <a:lnTo>
                              <a:pt x="5392959" y="2080513"/>
                            </a:lnTo>
                            <a:cubicBezTo>
                              <a:pt x="5390992" y="2098012"/>
                              <a:pt x="5390008" y="2116916"/>
                              <a:pt x="5390008" y="2137225"/>
                            </a:cubicBezTo>
                            <a:cubicBezTo>
                              <a:pt x="5390008" y="2158774"/>
                              <a:pt x="5390977" y="2178773"/>
                              <a:pt x="5392915" y="2197221"/>
                            </a:cubicBezTo>
                            <a:lnTo>
                              <a:pt x="5396909" y="2220441"/>
                            </a:lnTo>
                            <a:lnTo>
                              <a:pt x="5396909" y="2449061"/>
                            </a:lnTo>
                            <a:lnTo>
                              <a:pt x="5335593" y="2401162"/>
                            </a:lnTo>
                            <a:cubicBezTo>
                              <a:pt x="5277302" y="2339306"/>
                              <a:pt x="5248157" y="2254737"/>
                              <a:pt x="5248157" y="2147457"/>
                            </a:cubicBezTo>
                            <a:cubicBezTo>
                              <a:pt x="5248157" y="2033976"/>
                              <a:pt x="5277457" y="1945841"/>
                              <a:pt x="5336058" y="1883055"/>
                            </a:cubicBezTo>
                            <a:cubicBezTo>
                              <a:pt x="5350709" y="1867358"/>
                              <a:pt x="5366512" y="1853623"/>
                              <a:pt x="5383468" y="1841851"/>
                            </a:cubicBezTo>
                            <a:close/>
                            <a:moveTo>
                              <a:pt x="6701091" y="1800501"/>
                            </a:moveTo>
                            <a:lnTo>
                              <a:pt x="6701091" y="2482320"/>
                            </a:lnTo>
                            <a:lnTo>
                              <a:pt x="7219664" y="2482320"/>
                            </a:lnTo>
                            <a:lnTo>
                              <a:pt x="7219664" y="2367443"/>
                            </a:lnTo>
                            <a:lnTo>
                              <a:pt x="6838757" y="2367443"/>
                            </a:lnTo>
                            <a:lnTo>
                              <a:pt x="6838757" y="2181873"/>
                            </a:lnTo>
                            <a:lnTo>
                              <a:pt x="7181061" y="2181873"/>
                            </a:lnTo>
                            <a:lnTo>
                              <a:pt x="7181061" y="2066997"/>
                            </a:lnTo>
                            <a:lnTo>
                              <a:pt x="6838757" y="2066997"/>
                            </a:lnTo>
                            <a:lnTo>
                              <a:pt x="6838757" y="1915843"/>
                            </a:lnTo>
                            <a:lnTo>
                              <a:pt x="7206641" y="1915843"/>
                            </a:lnTo>
                            <a:lnTo>
                              <a:pt x="7206641" y="1800501"/>
                            </a:lnTo>
                            <a:close/>
                            <a:moveTo>
                              <a:pt x="5001455" y="1800501"/>
                            </a:moveTo>
                            <a:lnTo>
                              <a:pt x="5139121" y="1800501"/>
                            </a:lnTo>
                            <a:lnTo>
                              <a:pt x="5139121" y="2482320"/>
                            </a:lnTo>
                            <a:lnTo>
                              <a:pt x="5001455" y="2482320"/>
                            </a:lnTo>
                            <a:close/>
                            <a:moveTo>
                              <a:pt x="4318911" y="1800501"/>
                            </a:moveTo>
                            <a:lnTo>
                              <a:pt x="4456577" y="1800501"/>
                            </a:lnTo>
                            <a:lnTo>
                              <a:pt x="4456577" y="2169781"/>
                            </a:lnTo>
                            <a:cubicBezTo>
                              <a:pt x="4456577" y="2228382"/>
                              <a:pt x="4458283" y="2266364"/>
                              <a:pt x="4461693" y="2283728"/>
                            </a:cubicBezTo>
                            <a:cubicBezTo>
                              <a:pt x="4467584" y="2311633"/>
                              <a:pt x="4481614" y="2334035"/>
                              <a:pt x="4503784" y="2350933"/>
                            </a:cubicBezTo>
                            <a:cubicBezTo>
                              <a:pt x="4525953" y="2367831"/>
                              <a:pt x="4556261" y="2376280"/>
                              <a:pt x="4594708" y="2376280"/>
                            </a:cubicBezTo>
                            <a:cubicBezTo>
                              <a:pt x="4633776" y="2376280"/>
                              <a:pt x="4663231" y="2368296"/>
                              <a:pt x="4683075" y="2352328"/>
                            </a:cubicBezTo>
                            <a:cubicBezTo>
                              <a:pt x="4702919" y="2336360"/>
                              <a:pt x="4714856" y="2316749"/>
                              <a:pt x="4718887" y="2293495"/>
                            </a:cubicBezTo>
                            <a:cubicBezTo>
                              <a:pt x="4722918" y="2270240"/>
                              <a:pt x="4724933" y="2231638"/>
                              <a:pt x="4724933" y="2177688"/>
                            </a:cubicBezTo>
                            <a:lnTo>
                              <a:pt x="4724933" y="1800501"/>
                            </a:lnTo>
                            <a:lnTo>
                              <a:pt x="4862599" y="1800501"/>
                            </a:lnTo>
                            <a:lnTo>
                              <a:pt x="4862599" y="2158619"/>
                            </a:lnTo>
                            <a:cubicBezTo>
                              <a:pt x="4862599" y="2240475"/>
                              <a:pt x="4858878" y="2298301"/>
                              <a:pt x="4851437" y="2332097"/>
                            </a:cubicBezTo>
                            <a:cubicBezTo>
                              <a:pt x="4843995" y="2365893"/>
                              <a:pt x="4830275" y="2394419"/>
                              <a:pt x="4810277" y="2417673"/>
                            </a:cubicBezTo>
                            <a:cubicBezTo>
                              <a:pt x="4790278" y="2440927"/>
                              <a:pt x="4763535" y="2459454"/>
                              <a:pt x="4730049" y="2473251"/>
                            </a:cubicBezTo>
                            <a:cubicBezTo>
                              <a:pt x="4696563" y="2487049"/>
                              <a:pt x="4652844" y="2493948"/>
                              <a:pt x="4598894" y="2493948"/>
                            </a:cubicBezTo>
                            <a:cubicBezTo>
                              <a:pt x="4533782" y="2493948"/>
                              <a:pt x="4484405" y="2486429"/>
                              <a:pt x="4450764" y="2471391"/>
                            </a:cubicBezTo>
                            <a:cubicBezTo>
                              <a:pt x="4417122" y="2456353"/>
                              <a:pt x="4390535" y="2436819"/>
                              <a:pt x="4371001" y="2412790"/>
                            </a:cubicBezTo>
                            <a:cubicBezTo>
                              <a:pt x="4351467" y="2388760"/>
                              <a:pt x="4338600" y="2363568"/>
                              <a:pt x="4332399" y="2337213"/>
                            </a:cubicBezTo>
                            <a:cubicBezTo>
                              <a:pt x="4323407" y="2298146"/>
                              <a:pt x="4318911" y="2240475"/>
                              <a:pt x="4318911" y="2164200"/>
                            </a:cubicBezTo>
                            <a:close/>
                            <a:moveTo>
                              <a:pt x="3634506" y="1800501"/>
                            </a:moveTo>
                            <a:lnTo>
                              <a:pt x="3907048" y="1800501"/>
                            </a:lnTo>
                            <a:cubicBezTo>
                              <a:pt x="3960998" y="1800501"/>
                              <a:pt x="4001228" y="1802750"/>
                              <a:pt x="4027738" y="1807245"/>
                            </a:cubicBezTo>
                            <a:cubicBezTo>
                              <a:pt x="4054248" y="1811741"/>
                              <a:pt x="4077968" y="1821120"/>
                              <a:pt x="4098897" y="1835383"/>
                            </a:cubicBezTo>
                            <a:cubicBezTo>
                              <a:pt x="4119826" y="1849646"/>
                              <a:pt x="4137266" y="1868637"/>
                              <a:pt x="4151219" y="1892356"/>
                            </a:cubicBezTo>
                            <a:cubicBezTo>
                              <a:pt x="4165172" y="1916076"/>
                              <a:pt x="4172148" y="1942663"/>
                              <a:pt x="4172148" y="1972119"/>
                            </a:cubicBezTo>
                            <a:cubicBezTo>
                              <a:pt x="4172148" y="2004055"/>
                              <a:pt x="4163544" y="2033356"/>
                              <a:pt x="4146336" y="2060021"/>
                            </a:cubicBezTo>
                            <a:cubicBezTo>
                              <a:pt x="4129127" y="2086686"/>
                              <a:pt x="4105796" y="2106684"/>
                              <a:pt x="4076340" y="2120017"/>
                            </a:cubicBezTo>
                            <a:cubicBezTo>
                              <a:pt x="4117888" y="2132109"/>
                              <a:pt x="4149824" y="2152728"/>
                              <a:pt x="4172148" y="2181873"/>
                            </a:cubicBezTo>
                            <a:cubicBezTo>
                              <a:pt x="4194472" y="2211019"/>
                              <a:pt x="4205634" y="2245280"/>
                              <a:pt x="4205634" y="2284658"/>
                            </a:cubicBezTo>
                            <a:cubicBezTo>
                              <a:pt x="4205634" y="2315664"/>
                              <a:pt x="4198425" y="2345817"/>
                              <a:pt x="4184008" y="2375117"/>
                            </a:cubicBezTo>
                            <a:cubicBezTo>
                              <a:pt x="4169590" y="2404418"/>
                              <a:pt x="4149901" y="2427827"/>
                              <a:pt x="4124942" y="2445346"/>
                            </a:cubicBezTo>
                            <a:cubicBezTo>
                              <a:pt x="4099982" y="2462864"/>
                              <a:pt x="4069208" y="2473639"/>
                              <a:pt x="4032622" y="2477669"/>
                            </a:cubicBezTo>
                            <a:cubicBezTo>
                              <a:pt x="4009677" y="2480150"/>
                              <a:pt x="3954332" y="2481700"/>
                              <a:pt x="3866585" y="2482320"/>
                            </a:cubicBezTo>
                            <a:lnTo>
                              <a:pt x="3634506" y="2482320"/>
                            </a:lnTo>
                            <a:close/>
                            <a:moveTo>
                              <a:pt x="3363155" y="1800501"/>
                            </a:moveTo>
                            <a:lnTo>
                              <a:pt x="3500822" y="1800501"/>
                            </a:lnTo>
                            <a:lnTo>
                              <a:pt x="3500822" y="2482320"/>
                            </a:lnTo>
                            <a:lnTo>
                              <a:pt x="3363155" y="2482320"/>
                            </a:lnTo>
                            <a:close/>
                            <a:moveTo>
                              <a:pt x="2682007" y="1800501"/>
                            </a:moveTo>
                            <a:lnTo>
                              <a:pt x="2971756" y="1800501"/>
                            </a:lnTo>
                            <a:cubicBezTo>
                              <a:pt x="3044620" y="1800501"/>
                              <a:pt x="3097562" y="1806625"/>
                              <a:pt x="3130584" y="1818872"/>
                            </a:cubicBezTo>
                            <a:cubicBezTo>
                              <a:pt x="3163605" y="1831120"/>
                              <a:pt x="3190038" y="1852901"/>
                              <a:pt x="3209881" y="1884217"/>
                            </a:cubicBezTo>
                            <a:cubicBezTo>
                              <a:pt x="3229725" y="1915533"/>
                              <a:pt x="3239647" y="1951345"/>
                              <a:pt x="3239647" y="1991653"/>
                            </a:cubicBezTo>
                            <a:cubicBezTo>
                              <a:pt x="3239647" y="2042812"/>
                              <a:pt x="3224609" y="2085058"/>
                              <a:pt x="3194533" y="2118389"/>
                            </a:cubicBezTo>
                            <a:cubicBezTo>
                              <a:pt x="3164458" y="2151720"/>
                              <a:pt x="3119499" y="2172727"/>
                              <a:pt x="3059658" y="2181409"/>
                            </a:cubicBezTo>
                            <a:cubicBezTo>
                              <a:pt x="3089423" y="2198772"/>
                              <a:pt x="3113996" y="2217840"/>
                              <a:pt x="3133374" y="2238614"/>
                            </a:cubicBezTo>
                            <a:cubicBezTo>
                              <a:pt x="3152753" y="2259388"/>
                              <a:pt x="3178875" y="2296285"/>
                              <a:pt x="3211742" y="2349305"/>
                            </a:cubicBezTo>
                            <a:lnTo>
                              <a:pt x="3294992" y="2482320"/>
                            </a:lnTo>
                            <a:lnTo>
                              <a:pt x="3130351" y="2482320"/>
                            </a:lnTo>
                            <a:lnTo>
                              <a:pt x="3030822" y="2333957"/>
                            </a:lnTo>
                            <a:cubicBezTo>
                              <a:pt x="2995476" y="2280937"/>
                              <a:pt x="2971291" y="2247528"/>
                              <a:pt x="2958269" y="2233731"/>
                            </a:cubicBezTo>
                            <a:cubicBezTo>
                              <a:pt x="2945246" y="2219933"/>
                              <a:pt x="2931449" y="2210477"/>
                              <a:pt x="2916876" y="2205360"/>
                            </a:cubicBezTo>
                            <a:cubicBezTo>
                              <a:pt x="2902303" y="2200245"/>
                              <a:pt x="2879204" y="2197687"/>
                              <a:pt x="2847578" y="2197687"/>
                            </a:cubicBezTo>
                            <a:lnTo>
                              <a:pt x="2819672" y="2197687"/>
                            </a:lnTo>
                            <a:lnTo>
                              <a:pt x="2819672" y="2482320"/>
                            </a:lnTo>
                            <a:lnTo>
                              <a:pt x="2682007" y="2482320"/>
                            </a:lnTo>
                            <a:close/>
                            <a:moveTo>
                              <a:pt x="2051682" y="1800501"/>
                            </a:moveTo>
                            <a:lnTo>
                              <a:pt x="2593510" y="1800501"/>
                            </a:lnTo>
                            <a:lnTo>
                              <a:pt x="2593510" y="1915843"/>
                            </a:lnTo>
                            <a:lnTo>
                              <a:pt x="2391662" y="1915843"/>
                            </a:lnTo>
                            <a:lnTo>
                              <a:pt x="2391662" y="2482320"/>
                            </a:lnTo>
                            <a:lnTo>
                              <a:pt x="2253996" y="2482320"/>
                            </a:lnTo>
                            <a:lnTo>
                              <a:pt x="2253996" y="1915843"/>
                            </a:lnTo>
                            <a:lnTo>
                              <a:pt x="2051682" y="1915843"/>
                            </a:lnTo>
                            <a:close/>
                            <a:moveTo>
                              <a:pt x="1191456" y="1800501"/>
                            </a:moveTo>
                            <a:lnTo>
                              <a:pt x="1329122" y="1800501"/>
                            </a:lnTo>
                            <a:lnTo>
                              <a:pt x="1329122" y="2482320"/>
                            </a:lnTo>
                            <a:lnTo>
                              <a:pt x="1191456" y="2482320"/>
                            </a:lnTo>
                            <a:close/>
                            <a:moveTo>
                              <a:pt x="509376" y="1800501"/>
                            </a:moveTo>
                            <a:lnTo>
                              <a:pt x="760989" y="1800501"/>
                            </a:lnTo>
                            <a:cubicBezTo>
                              <a:pt x="817730" y="1800501"/>
                              <a:pt x="860983" y="1804842"/>
                              <a:pt x="890749" y="1813524"/>
                            </a:cubicBezTo>
                            <a:cubicBezTo>
                              <a:pt x="930746" y="1825306"/>
                              <a:pt x="965008" y="1846235"/>
                              <a:pt x="993533" y="1876311"/>
                            </a:cubicBezTo>
                            <a:cubicBezTo>
                              <a:pt x="1022058" y="1906386"/>
                              <a:pt x="1043762" y="1943206"/>
                              <a:pt x="1058645" y="1986769"/>
                            </a:cubicBezTo>
                            <a:cubicBezTo>
                              <a:pt x="1073528" y="2030333"/>
                              <a:pt x="1080970" y="2084050"/>
                              <a:pt x="1080970" y="2147922"/>
                            </a:cubicBezTo>
                            <a:cubicBezTo>
                              <a:pt x="1080970" y="2204043"/>
                              <a:pt x="1073993" y="2252412"/>
                              <a:pt x="1060041" y="2293029"/>
                            </a:cubicBezTo>
                            <a:cubicBezTo>
                              <a:pt x="1042987" y="2342639"/>
                              <a:pt x="1018648" y="2382792"/>
                              <a:pt x="987022" y="2413487"/>
                            </a:cubicBezTo>
                            <a:cubicBezTo>
                              <a:pt x="963147" y="2436742"/>
                              <a:pt x="930901" y="2454880"/>
                              <a:pt x="890284" y="2467903"/>
                            </a:cubicBezTo>
                            <a:cubicBezTo>
                              <a:pt x="859898" y="2477514"/>
                              <a:pt x="819280" y="2482320"/>
                              <a:pt x="768430" y="2482320"/>
                            </a:cubicBezTo>
                            <a:lnTo>
                              <a:pt x="509376" y="2482320"/>
                            </a:lnTo>
                            <a:close/>
                            <a:moveTo>
                              <a:pt x="7577856" y="1788874"/>
                            </a:moveTo>
                            <a:cubicBezTo>
                              <a:pt x="7525456" y="1788874"/>
                              <a:pt x="7480731" y="1796781"/>
                              <a:pt x="7443678" y="1812594"/>
                            </a:cubicBezTo>
                            <a:cubicBezTo>
                              <a:pt x="7406627" y="1828407"/>
                              <a:pt x="7378256" y="1851429"/>
                              <a:pt x="7358567" y="1881659"/>
                            </a:cubicBezTo>
                            <a:cubicBezTo>
                              <a:pt x="7338879" y="1911890"/>
                              <a:pt x="7329034" y="1944369"/>
                              <a:pt x="7329034" y="1979095"/>
                            </a:cubicBezTo>
                            <a:cubicBezTo>
                              <a:pt x="7329034" y="2033045"/>
                              <a:pt x="7349963" y="2078779"/>
                              <a:pt x="7391821" y="2116296"/>
                            </a:cubicBezTo>
                            <a:cubicBezTo>
                              <a:pt x="7421587" y="2142961"/>
                              <a:pt x="7473367" y="2165441"/>
                              <a:pt x="7547160" y="2183734"/>
                            </a:cubicBezTo>
                            <a:cubicBezTo>
                              <a:pt x="7604521" y="2197996"/>
                              <a:pt x="7641263" y="2207919"/>
                              <a:pt x="7657386" y="2213500"/>
                            </a:cubicBezTo>
                            <a:cubicBezTo>
                              <a:pt x="7680951" y="2221871"/>
                              <a:pt x="7697461" y="2231715"/>
                              <a:pt x="7706918" y="2243032"/>
                            </a:cubicBezTo>
                            <a:cubicBezTo>
                              <a:pt x="7716375" y="2254350"/>
                              <a:pt x="7721103" y="2268070"/>
                              <a:pt x="7721103" y="2284193"/>
                            </a:cubicBezTo>
                            <a:cubicBezTo>
                              <a:pt x="7721103" y="2309307"/>
                              <a:pt x="7709863" y="2331244"/>
                              <a:pt x="7687384" y="2350003"/>
                            </a:cubicBezTo>
                            <a:cubicBezTo>
                              <a:pt x="7664905" y="2368761"/>
                              <a:pt x="7631497" y="2378140"/>
                              <a:pt x="7587157" y="2378140"/>
                            </a:cubicBezTo>
                            <a:cubicBezTo>
                              <a:pt x="7545300" y="2378140"/>
                              <a:pt x="7512046" y="2367598"/>
                              <a:pt x="7487397" y="2346515"/>
                            </a:cubicBezTo>
                            <a:cubicBezTo>
                              <a:pt x="7462747" y="2325430"/>
                              <a:pt x="7446391" y="2292409"/>
                              <a:pt x="7438329" y="2247451"/>
                            </a:cubicBezTo>
                            <a:lnTo>
                              <a:pt x="7304385" y="2260473"/>
                            </a:lnTo>
                            <a:cubicBezTo>
                              <a:pt x="7313376" y="2336748"/>
                              <a:pt x="7340971" y="2394806"/>
                              <a:pt x="7387170" y="2434649"/>
                            </a:cubicBezTo>
                            <a:cubicBezTo>
                              <a:pt x="7433369" y="2474491"/>
                              <a:pt x="7499567" y="2494413"/>
                              <a:pt x="7585763" y="2494413"/>
                            </a:cubicBezTo>
                            <a:cubicBezTo>
                              <a:pt x="7644984" y="2494413"/>
                              <a:pt x="7694439" y="2486119"/>
                              <a:pt x="7734125" y="2469530"/>
                            </a:cubicBezTo>
                            <a:cubicBezTo>
                              <a:pt x="7773813" y="2452942"/>
                              <a:pt x="7804509" y="2427595"/>
                              <a:pt x="7826213" y="2393488"/>
                            </a:cubicBezTo>
                            <a:cubicBezTo>
                              <a:pt x="7847917" y="2359382"/>
                              <a:pt x="7858769" y="2322795"/>
                              <a:pt x="7858769" y="2283728"/>
                            </a:cubicBezTo>
                            <a:cubicBezTo>
                              <a:pt x="7858769" y="2240629"/>
                              <a:pt x="7849700" y="2204430"/>
                              <a:pt x="7831561" y="2175130"/>
                            </a:cubicBezTo>
                            <a:cubicBezTo>
                              <a:pt x="7813423" y="2145829"/>
                              <a:pt x="7788308" y="2122730"/>
                              <a:pt x="7756217" y="2105832"/>
                            </a:cubicBezTo>
                            <a:cubicBezTo>
                              <a:pt x="7724126" y="2088934"/>
                              <a:pt x="7674594" y="2072578"/>
                              <a:pt x="7607621" y="2056765"/>
                            </a:cubicBezTo>
                            <a:cubicBezTo>
                              <a:pt x="7540649" y="2040952"/>
                              <a:pt x="7498481" y="2025759"/>
                              <a:pt x="7481117" y="2011186"/>
                            </a:cubicBezTo>
                            <a:cubicBezTo>
                              <a:pt x="7467475" y="1999714"/>
                              <a:pt x="7460654" y="1985916"/>
                              <a:pt x="7460654" y="1969794"/>
                            </a:cubicBezTo>
                            <a:cubicBezTo>
                              <a:pt x="7460654" y="1952120"/>
                              <a:pt x="7467941" y="1938013"/>
                              <a:pt x="7482513" y="1927470"/>
                            </a:cubicBezTo>
                            <a:cubicBezTo>
                              <a:pt x="7505147" y="1911037"/>
                              <a:pt x="7536463" y="1902821"/>
                              <a:pt x="7576461" y="1902821"/>
                            </a:cubicBezTo>
                            <a:cubicBezTo>
                              <a:pt x="7615218" y="1902821"/>
                              <a:pt x="7644286" y="1910495"/>
                              <a:pt x="7663665" y="1925843"/>
                            </a:cubicBezTo>
                            <a:cubicBezTo>
                              <a:pt x="7683043" y="1941191"/>
                              <a:pt x="7695679" y="1966383"/>
                              <a:pt x="7701569" y="2001419"/>
                            </a:cubicBezTo>
                            <a:lnTo>
                              <a:pt x="7839235" y="1995373"/>
                            </a:lnTo>
                            <a:cubicBezTo>
                              <a:pt x="7837065" y="1932742"/>
                              <a:pt x="7814353" y="1882667"/>
                              <a:pt x="7771100" y="1845150"/>
                            </a:cubicBezTo>
                            <a:cubicBezTo>
                              <a:pt x="7727847" y="1807633"/>
                              <a:pt x="7663432" y="1788874"/>
                              <a:pt x="7577856" y="1788874"/>
                            </a:cubicBezTo>
                            <a:close/>
                            <a:moveTo>
                              <a:pt x="6259983" y="1788874"/>
                            </a:moveTo>
                            <a:cubicBezTo>
                              <a:pt x="6204482" y="1788874"/>
                              <a:pt x="6155494" y="1797866"/>
                              <a:pt x="6113015" y="1815849"/>
                            </a:cubicBezTo>
                            <a:cubicBezTo>
                              <a:pt x="6081080" y="1829182"/>
                              <a:pt x="6051701" y="1849646"/>
                              <a:pt x="6024881" y="1877241"/>
                            </a:cubicBezTo>
                            <a:cubicBezTo>
                              <a:pt x="5998061" y="1904836"/>
                              <a:pt x="5976900" y="1935997"/>
                              <a:pt x="5961397" y="1970724"/>
                            </a:cubicBezTo>
                            <a:cubicBezTo>
                              <a:pt x="5940623" y="2017853"/>
                              <a:pt x="5930236" y="2076144"/>
                              <a:pt x="5930236" y="2145597"/>
                            </a:cubicBezTo>
                            <a:cubicBezTo>
                              <a:pt x="5930236" y="2254117"/>
                              <a:pt x="5960157" y="2339306"/>
                              <a:pt x="6019998" y="2401162"/>
                            </a:cubicBezTo>
                            <a:cubicBezTo>
                              <a:pt x="6079839" y="2463019"/>
                              <a:pt x="6160454" y="2493948"/>
                              <a:pt x="6261844" y="2493948"/>
                            </a:cubicBezTo>
                            <a:cubicBezTo>
                              <a:pt x="6361993" y="2493948"/>
                              <a:pt x="6441988" y="2462864"/>
                              <a:pt x="6501829" y="2400697"/>
                            </a:cubicBezTo>
                            <a:cubicBezTo>
                              <a:pt x="6561670" y="2338531"/>
                              <a:pt x="6591591" y="2252412"/>
                              <a:pt x="6591591" y="2142341"/>
                            </a:cubicBezTo>
                            <a:cubicBezTo>
                              <a:pt x="6591591" y="2031340"/>
                              <a:pt x="6561437" y="1944679"/>
                              <a:pt x="6501131" y="1882357"/>
                            </a:cubicBezTo>
                            <a:cubicBezTo>
                              <a:pt x="6440825" y="1820035"/>
                              <a:pt x="6360442" y="1788874"/>
                              <a:pt x="6259983" y="1788874"/>
                            </a:cubicBezTo>
                            <a:close/>
                            <a:moveTo>
                              <a:pt x="1700932" y="1788874"/>
                            </a:moveTo>
                            <a:cubicBezTo>
                              <a:pt x="1786508" y="1788874"/>
                              <a:pt x="1850922" y="1807633"/>
                              <a:pt x="1894176" y="1845150"/>
                            </a:cubicBezTo>
                            <a:cubicBezTo>
                              <a:pt x="1937429" y="1882667"/>
                              <a:pt x="1960141" y="1932742"/>
                              <a:pt x="1962311" y="1995373"/>
                            </a:cubicBezTo>
                            <a:lnTo>
                              <a:pt x="1824645" y="2001419"/>
                            </a:lnTo>
                            <a:cubicBezTo>
                              <a:pt x="1818754" y="1966383"/>
                              <a:pt x="1806120" y="1941191"/>
                              <a:pt x="1786741" y="1925843"/>
                            </a:cubicBezTo>
                            <a:cubicBezTo>
                              <a:pt x="1767362" y="1910495"/>
                              <a:pt x="1738294" y="1902821"/>
                              <a:pt x="1699537" y="1902821"/>
                            </a:cubicBezTo>
                            <a:cubicBezTo>
                              <a:pt x="1659539" y="1902821"/>
                              <a:pt x="1628223" y="1911037"/>
                              <a:pt x="1605589" y="1927470"/>
                            </a:cubicBezTo>
                            <a:cubicBezTo>
                              <a:pt x="1591016" y="1938013"/>
                              <a:pt x="1583729" y="1952120"/>
                              <a:pt x="1583729" y="1969794"/>
                            </a:cubicBezTo>
                            <a:cubicBezTo>
                              <a:pt x="1583729" y="1985916"/>
                              <a:pt x="1590551" y="1999714"/>
                              <a:pt x="1604194" y="2011186"/>
                            </a:cubicBezTo>
                            <a:cubicBezTo>
                              <a:pt x="1621557" y="2025759"/>
                              <a:pt x="1663725" y="2040952"/>
                              <a:pt x="1730698" y="2056765"/>
                            </a:cubicBezTo>
                            <a:cubicBezTo>
                              <a:pt x="1797670" y="2072578"/>
                              <a:pt x="1847202" y="2088934"/>
                              <a:pt x="1879293" y="2105832"/>
                            </a:cubicBezTo>
                            <a:cubicBezTo>
                              <a:pt x="1911384" y="2122730"/>
                              <a:pt x="1936499" y="2145829"/>
                              <a:pt x="1954637" y="2175130"/>
                            </a:cubicBezTo>
                            <a:cubicBezTo>
                              <a:pt x="1972776" y="2204430"/>
                              <a:pt x="1981845" y="2240629"/>
                              <a:pt x="1981845" y="2283728"/>
                            </a:cubicBezTo>
                            <a:cubicBezTo>
                              <a:pt x="1981845" y="2322795"/>
                              <a:pt x="1970993" y="2359382"/>
                              <a:pt x="1949289" y="2393488"/>
                            </a:cubicBezTo>
                            <a:cubicBezTo>
                              <a:pt x="1927585" y="2427595"/>
                              <a:pt x="1896889" y="2452942"/>
                              <a:pt x="1857201" y="2469530"/>
                            </a:cubicBezTo>
                            <a:cubicBezTo>
                              <a:pt x="1817514" y="2486119"/>
                              <a:pt x="1768060" y="2494413"/>
                              <a:pt x="1708839" y="2494413"/>
                            </a:cubicBezTo>
                            <a:cubicBezTo>
                              <a:pt x="1622642" y="2494413"/>
                              <a:pt x="1556444" y="2474491"/>
                              <a:pt x="1510246" y="2434649"/>
                            </a:cubicBezTo>
                            <a:cubicBezTo>
                              <a:pt x="1464047" y="2394806"/>
                              <a:pt x="1436451" y="2336748"/>
                              <a:pt x="1427460" y="2260473"/>
                            </a:cubicBezTo>
                            <a:lnTo>
                              <a:pt x="1561405" y="2247451"/>
                            </a:lnTo>
                            <a:cubicBezTo>
                              <a:pt x="1569467" y="2292409"/>
                              <a:pt x="1585823" y="2325430"/>
                              <a:pt x="1610472" y="2346515"/>
                            </a:cubicBezTo>
                            <a:cubicBezTo>
                              <a:pt x="1635122" y="2367598"/>
                              <a:pt x="1668376" y="2378140"/>
                              <a:pt x="1710233" y="2378140"/>
                            </a:cubicBezTo>
                            <a:cubicBezTo>
                              <a:pt x="1754572" y="2378140"/>
                              <a:pt x="1787981" y="2368761"/>
                              <a:pt x="1810460" y="2350003"/>
                            </a:cubicBezTo>
                            <a:cubicBezTo>
                              <a:pt x="1832939" y="2331244"/>
                              <a:pt x="1844179" y="2309307"/>
                              <a:pt x="1844179" y="2284193"/>
                            </a:cubicBezTo>
                            <a:cubicBezTo>
                              <a:pt x="1844179" y="2268070"/>
                              <a:pt x="1839451" y="2254350"/>
                              <a:pt x="1829993" y="2243032"/>
                            </a:cubicBezTo>
                            <a:cubicBezTo>
                              <a:pt x="1820537" y="2231715"/>
                              <a:pt x="1804027" y="2221871"/>
                              <a:pt x="1780462" y="2213500"/>
                            </a:cubicBezTo>
                            <a:cubicBezTo>
                              <a:pt x="1764339" y="2207919"/>
                              <a:pt x="1727597" y="2197996"/>
                              <a:pt x="1670236" y="2183734"/>
                            </a:cubicBezTo>
                            <a:cubicBezTo>
                              <a:pt x="1596442" y="2165441"/>
                              <a:pt x="1544662" y="2142961"/>
                              <a:pt x="1514897" y="2116296"/>
                            </a:cubicBezTo>
                            <a:cubicBezTo>
                              <a:pt x="1473038" y="2078779"/>
                              <a:pt x="1452110" y="2033045"/>
                              <a:pt x="1452110" y="1979095"/>
                            </a:cubicBezTo>
                            <a:cubicBezTo>
                              <a:pt x="1452110" y="1944369"/>
                              <a:pt x="1461954" y="1911890"/>
                              <a:pt x="1481642" y="1881659"/>
                            </a:cubicBezTo>
                            <a:cubicBezTo>
                              <a:pt x="1501332" y="1851429"/>
                              <a:pt x="1529702" y="1828407"/>
                              <a:pt x="1566754" y="1812594"/>
                            </a:cubicBezTo>
                            <a:cubicBezTo>
                              <a:pt x="1603806" y="1796781"/>
                              <a:pt x="1648532" y="1788874"/>
                              <a:pt x="1700932" y="1788874"/>
                            </a:cubicBezTo>
                            <a:close/>
                            <a:moveTo>
                              <a:pt x="6350210" y="1644232"/>
                            </a:moveTo>
                            <a:cubicBezTo>
                              <a:pt x="6348350" y="1658805"/>
                              <a:pt x="6344087" y="1669192"/>
                              <a:pt x="6337420" y="1675393"/>
                            </a:cubicBezTo>
                            <a:cubicBezTo>
                              <a:pt x="6330754" y="1681594"/>
                              <a:pt x="6322460" y="1684695"/>
                              <a:pt x="6312538" y="1684695"/>
                            </a:cubicBezTo>
                            <a:cubicBezTo>
                              <a:pt x="6298585" y="1684695"/>
                              <a:pt x="6279284" y="1679191"/>
                              <a:pt x="6254635" y="1668184"/>
                            </a:cubicBezTo>
                            <a:cubicBezTo>
                              <a:pt x="6229985" y="1657177"/>
                              <a:pt x="6213009" y="1650511"/>
                              <a:pt x="6203708" y="1648185"/>
                            </a:cubicBezTo>
                            <a:cubicBezTo>
                              <a:pt x="6194406" y="1645860"/>
                              <a:pt x="6184329" y="1644697"/>
                              <a:pt x="6173477" y="1644697"/>
                            </a:cubicBezTo>
                            <a:cubicBezTo>
                              <a:pt x="6148672" y="1644697"/>
                              <a:pt x="6128363" y="1653456"/>
                              <a:pt x="6112550" y="1670975"/>
                            </a:cubicBezTo>
                            <a:cubicBezTo>
                              <a:pt x="6096737" y="1688493"/>
                              <a:pt x="6088831" y="1713530"/>
                              <a:pt x="6088831" y="1746086"/>
                            </a:cubicBezTo>
                            <a:cubicBezTo>
                              <a:pt x="6088831" y="1750117"/>
                              <a:pt x="6088986" y="1755698"/>
                              <a:pt x="6089296" y="1762829"/>
                            </a:cubicBezTo>
                            <a:lnTo>
                              <a:pt x="6148827" y="1762829"/>
                            </a:lnTo>
                            <a:cubicBezTo>
                              <a:pt x="6149137" y="1747947"/>
                              <a:pt x="6152083" y="1737482"/>
                              <a:pt x="6157664" y="1731436"/>
                            </a:cubicBezTo>
                            <a:cubicBezTo>
                              <a:pt x="6163245" y="1725390"/>
                              <a:pt x="6170996" y="1722367"/>
                              <a:pt x="6180918" y="1722367"/>
                            </a:cubicBezTo>
                            <a:cubicBezTo>
                              <a:pt x="6193941" y="1722367"/>
                              <a:pt x="6214714" y="1727793"/>
                              <a:pt x="6243240" y="1738645"/>
                            </a:cubicBezTo>
                            <a:cubicBezTo>
                              <a:pt x="6271766" y="1749497"/>
                              <a:pt x="6289594" y="1755853"/>
                              <a:pt x="6296725" y="1757713"/>
                            </a:cubicBezTo>
                            <a:cubicBezTo>
                              <a:pt x="6306957" y="1759884"/>
                              <a:pt x="6317344" y="1760969"/>
                              <a:pt x="6327886" y="1760969"/>
                            </a:cubicBezTo>
                            <a:cubicBezTo>
                              <a:pt x="6352071" y="1760969"/>
                              <a:pt x="6371837" y="1751977"/>
                              <a:pt x="6387185" y="1733994"/>
                            </a:cubicBezTo>
                            <a:cubicBezTo>
                              <a:pt x="6402533" y="1716011"/>
                              <a:pt x="6410362" y="1686090"/>
                              <a:pt x="6410672" y="1644232"/>
                            </a:cubicBezTo>
                            <a:close/>
                            <a:moveTo>
                              <a:pt x="5396909" y="0"/>
                            </a:moveTo>
                            <a:lnTo>
                              <a:pt x="8892576" y="0"/>
                            </a:lnTo>
                            <a:lnTo>
                              <a:pt x="8892576" y="6858000"/>
                            </a:lnTo>
                            <a:lnTo>
                              <a:pt x="5396909" y="6858000"/>
                            </a:lnTo>
                            <a:lnTo>
                              <a:pt x="5396909" y="5342473"/>
                            </a:lnTo>
                            <a:lnTo>
                              <a:pt x="8601739" y="5342473"/>
                            </a:lnTo>
                            <a:lnTo>
                              <a:pt x="8601739" y="5119189"/>
                            </a:lnTo>
                            <a:lnTo>
                              <a:pt x="5573196" y="5119189"/>
                            </a:lnTo>
                            <a:lnTo>
                              <a:pt x="5678233" y="5087640"/>
                            </a:lnTo>
                            <a:cubicBezTo>
                              <a:pt x="5765297" y="5051766"/>
                              <a:pt x="5834828" y="5003599"/>
                              <a:pt x="5886825" y="4943137"/>
                            </a:cubicBezTo>
                            <a:cubicBezTo>
                              <a:pt x="5938821" y="4882676"/>
                              <a:pt x="5974494" y="4808510"/>
                              <a:pt x="5993841" y="4720639"/>
                            </a:cubicBezTo>
                            <a:cubicBezTo>
                              <a:pt x="6013189" y="4632769"/>
                              <a:pt x="6022863" y="4482421"/>
                              <a:pt x="6022863" y="4269597"/>
                            </a:cubicBezTo>
                            <a:lnTo>
                              <a:pt x="6022863" y="3338491"/>
                            </a:lnTo>
                            <a:lnTo>
                              <a:pt x="5664931" y="3338491"/>
                            </a:lnTo>
                            <a:lnTo>
                              <a:pt x="5664931" y="4319175"/>
                            </a:lnTo>
                            <a:cubicBezTo>
                              <a:pt x="5664931" y="4459446"/>
                              <a:pt x="5659691" y="4559812"/>
                              <a:pt x="5649211" y="4620273"/>
                            </a:cubicBezTo>
                            <a:cubicBezTo>
                              <a:pt x="5638731" y="4680735"/>
                              <a:pt x="5607694" y="4731724"/>
                              <a:pt x="5556101" y="4773241"/>
                            </a:cubicBezTo>
                            <a:cubicBezTo>
                              <a:pt x="5517405" y="4804379"/>
                              <a:pt x="5464653" y="4823840"/>
                              <a:pt x="5397843" y="4831624"/>
                            </a:cubicBezTo>
                            <a:lnTo>
                              <a:pt x="5396909" y="4831675"/>
                            </a:lnTo>
                            <a:lnTo>
                              <a:pt x="5396909" y="2449061"/>
                            </a:lnTo>
                            <a:lnTo>
                              <a:pt x="5407972" y="2457703"/>
                            </a:lnTo>
                            <a:cubicBezTo>
                              <a:pt x="5434366" y="2472201"/>
                              <a:pt x="5463027" y="2482350"/>
                              <a:pt x="5493955" y="2488149"/>
                            </a:cubicBezTo>
                            <a:lnTo>
                              <a:pt x="5514555" y="2490976"/>
                            </a:lnTo>
                            <a:lnTo>
                              <a:pt x="5513722" y="2491041"/>
                            </a:lnTo>
                            <a:cubicBezTo>
                              <a:pt x="5500699" y="2493133"/>
                              <a:pt x="5488142" y="2496273"/>
                              <a:pt x="5476050" y="2500459"/>
                            </a:cubicBezTo>
                            <a:lnTo>
                              <a:pt x="5463957" y="2546502"/>
                            </a:lnTo>
                            <a:cubicBezTo>
                              <a:pt x="5484732" y="2540301"/>
                              <a:pt x="5505040" y="2537201"/>
                              <a:pt x="5524884" y="2537201"/>
                            </a:cubicBezTo>
                            <a:cubicBezTo>
                              <a:pt x="5545037" y="2537201"/>
                              <a:pt x="5559920" y="2541076"/>
                              <a:pt x="5569532" y="2548828"/>
                            </a:cubicBezTo>
                            <a:cubicBezTo>
                              <a:pt x="5579144" y="2556579"/>
                              <a:pt x="5583950" y="2565726"/>
                              <a:pt x="5583950" y="2576268"/>
                            </a:cubicBezTo>
                            <a:cubicBezTo>
                              <a:pt x="5583950" y="2588050"/>
                              <a:pt x="5578834" y="2597662"/>
                              <a:pt x="5568602" y="2605103"/>
                            </a:cubicBezTo>
                            <a:cubicBezTo>
                              <a:pt x="5555269" y="2615025"/>
                              <a:pt x="5534805" y="2619987"/>
                              <a:pt x="5507210" y="2619987"/>
                            </a:cubicBezTo>
                            <a:cubicBezTo>
                              <a:pt x="5480546" y="2619987"/>
                              <a:pt x="5451245" y="2618281"/>
                              <a:pt x="5419309" y="2614870"/>
                            </a:cubicBezTo>
                            <a:lnTo>
                              <a:pt x="5419309" y="2669751"/>
                            </a:lnTo>
                            <a:cubicBezTo>
                              <a:pt x="5439773" y="2674712"/>
                              <a:pt x="5470003" y="2677192"/>
                              <a:pt x="5510001" y="2677192"/>
                            </a:cubicBezTo>
                            <a:cubicBezTo>
                              <a:pt x="5566122" y="2677192"/>
                              <a:pt x="5609219" y="2665565"/>
                              <a:pt x="5639295" y="2642311"/>
                            </a:cubicBezTo>
                            <a:cubicBezTo>
                              <a:pt x="5661620" y="2625257"/>
                              <a:pt x="5672782" y="2603088"/>
                              <a:pt x="5672782" y="2575803"/>
                            </a:cubicBezTo>
                            <a:cubicBezTo>
                              <a:pt x="5672782" y="2551308"/>
                              <a:pt x="5662704" y="2530534"/>
                              <a:pt x="5642551" y="2513481"/>
                            </a:cubicBezTo>
                            <a:cubicBezTo>
                              <a:pt x="5632474" y="2504954"/>
                              <a:pt x="5620072" y="2498559"/>
                              <a:pt x="5605344" y="2494296"/>
                            </a:cubicBezTo>
                            <a:lnTo>
                              <a:pt x="5592738" y="2491760"/>
                            </a:lnTo>
                            <a:lnTo>
                              <a:pt x="5611318" y="2490561"/>
                            </a:lnTo>
                            <a:cubicBezTo>
                              <a:pt x="5661402" y="2483788"/>
                              <a:pt x="5704291" y="2466856"/>
                              <a:pt x="5739987" y="2439765"/>
                            </a:cubicBezTo>
                            <a:cubicBezTo>
                              <a:pt x="5787581" y="2403643"/>
                              <a:pt x="5821610" y="2348375"/>
                              <a:pt x="5842074" y="2273961"/>
                            </a:cubicBezTo>
                            <a:lnTo>
                              <a:pt x="5708594" y="2231638"/>
                            </a:lnTo>
                            <a:cubicBezTo>
                              <a:pt x="5697121" y="2281557"/>
                              <a:pt x="5678208" y="2318144"/>
                              <a:pt x="5651853" y="2341399"/>
                            </a:cubicBezTo>
                            <a:cubicBezTo>
                              <a:pt x="5625497" y="2364653"/>
                              <a:pt x="5594027" y="2376280"/>
                              <a:pt x="5557440" y="2376280"/>
                            </a:cubicBezTo>
                            <a:cubicBezTo>
                              <a:pt x="5507830" y="2376280"/>
                              <a:pt x="5467523" y="2357987"/>
                              <a:pt x="5436517" y="2321400"/>
                            </a:cubicBezTo>
                            <a:cubicBezTo>
                              <a:pt x="5421014" y="2303107"/>
                              <a:pt x="5409387" y="2278612"/>
                              <a:pt x="5401635" y="2247916"/>
                            </a:cubicBezTo>
                            <a:lnTo>
                              <a:pt x="5396909" y="2220441"/>
                            </a:lnTo>
                            <a:lnTo>
                              <a:pt x="5396909" y="2058963"/>
                            </a:lnTo>
                            <a:lnTo>
                              <a:pt x="5401810" y="2032231"/>
                            </a:lnTo>
                            <a:cubicBezTo>
                              <a:pt x="5409677" y="2002853"/>
                              <a:pt x="5421479" y="1979095"/>
                              <a:pt x="5437215" y="1960957"/>
                            </a:cubicBezTo>
                            <a:cubicBezTo>
                              <a:pt x="5468686" y="1924680"/>
                              <a:pt x="5509691" y="1906542"/>
                              <a:pt x="5560231" y="1906542"/>
                            </a:cubicBezTo>
                            <a:cubicBezTo>
                              <a:pt x="5596818" y="1906542"/>
                              <a:pt x="5627901" y="1916773"/>
                              <a:pt x="5653481" y="1937237"/>
                            </a:cubicBezTo>
                            <a:cubicBezTo>
                              <a:pt x="5679060" y="1957701"/>
                              <a:pt x="5695882" y="1985606"/>
                              <a:pt x="5703943" y="2020953"/>
                            </a:cubicBezTo>
                            <a:lnTo>
                              <a:pt x="5840213" y="1988397"/>
                            </a:lnTo>
                            <a:cubicBezTo>
                              <a:pt x="5824711" y="1933827"/>
                              <a:pt x="5801456" y="1891969"/>
                              <a:pt x="5770450" y="1862823"/>
                            </a:cubicBezTo>
                            <a:cubicBezTo>
                              <a:pt x="5718360" y="1813524"/>
                              <a:pt x="5650612" y="1788874"/>
                              <a:pt x="5567207" y="1788874"/>
                            </a:cubicBezTo>
                            <a:cubicBezTo>
                              <a:pt x="5519458" y="1788874"/>
                              <a:pt x="5476321" y="1796723"/>
                              <a:pt x="5437796" y="1812419"/>
                            </a:cubicBezTo>
                            <a:lnTo>
                              <a:pt x="5396909" y="1834569"/>
                            </a:lnTo>
                            <a:close/>
                          </a:path>
                        </a:pathLst>
                      </a:custGeom>
                      <a:solidFill>
                        <a:srgbClr val="00B0F0"/>
                      </a:solidFill>
                      <a:ln>
                        <a:noFill/>
                      </a:ln>
                      <a:effectLst/>
                    </p:spPr>
                    <p:txBody>
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pt-BR" sz="19500" b="1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6" name="Retângulo 5">
                        <a:extLst>
                          <a:ext uri="{FF2B5EF4-FFF2-40B4-BE49-F238E27FC236}">
                            <a16:creationId xmlns:a16="http://schemas.microsoft.com/office/drawing/2014/main" id="{6AA35A04-66EF-68CF-F586-AF390F6D67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940902" y="0"/>
                        <a:ext cx="1251098" cy="6858000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</p:grpSp>
                <p:grpSp>
                  <p:nvGrpSpPr>
                    <p:cNvPr id="20" name="Agrupar 19">
                      <a:extLst>
                        <a:ext uri="{FF2B5EF4-FFF2-40B4-BE49-F238E27FC236}">
                          <a16:creationId xmlns:a16="http://schemas.microsoft.com/office/drawing/2014/main" id="{83763ADE-440D-69EB-F26E-D6C02474B8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62741" y="-1242044"/>
                      <a:ext cx="12354012" cy="9325630"/>
                      <a:chOff x="-162741" y="-1242044"/>
                      <a:chExt cx="12354012" cy="9325630"/>
                    </a:xfrm>
                  </p:grpSpPr>
                  <p:sp>
                    <p:nvSpPr>
                      <p:cNvPr id="8" name="Retângulo 7">
                        <a:extLst>
                          <a:ext uri="{FF2B5EF4-FFF2-40B4-BE49-F238E27FC236}">
                            <a16:creationId xmlns:a16="http://schemas.microsoft.com/office/drawing/2014/main" id="{B19E756B-4AD6-79D0-34BF-6B4CC1B464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729" y="-23598"/>
                        <a:ext cx="12192000" cy="6873369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9" name="CaixaDeTexto 8">
                        <a:extLst>
                          <a:ext uri="{FF2B5EF4-FFF2-40B4-BE49-F238E27FC236}">
                            <a16:creationId xmlns:a16="http://schemas.microsoft.com/office/drawing/2014/main" id="{834C329A-8EF2-19A9-1344-4C06698842E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-162741" y="-1242044"/>
                        <a:ext cx="5120408" cy="932563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pt-BR" sz="15000" b="1" i="0" spc="-150" dirty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 OS</a:t>
                        </a:r>
                        <a:endParaRPr lang="pt-BR" sz="15000" spc="-15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pic>
                    <p:nvPicPr>
                      <p:cNvPr id="10" name="Imagem 9" descr="Ícone&#10;&#10;Descrição gerada automaticamente">
                        <a:extLst>
                          <a:ext uri="{FF2B5EF4-FFF2-40B4-BE49-F238E27FC236}">
                            <a16:creationId xmlns:a16="http://schemas.microsoft.com/office/drawing/2014/main" id="{1C3216A8-161F-3EA1-A720-776CDEC693A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3537432" y="5488505"/>
                        <a:ext cx="1489267" cy="1489267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1" name="Retângulo 10">
                        <a:extLst>
                          <a:ext uri="{FF2B5EF4-FFF2-40B4-BE49-F238E27FC236}">
                            <a16:creationId xmlns:a16="http://schemas.microsoft.com/office/drawing/2014/main" id="{46DE947D-714C-0CD1-28ED-E55B212FB0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6699" y="465559"/>
                        <a:ext cx="1623157" cy="15493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12" name="Retângulo 11">
                        <a:extLst>
                          <a:ext uri="{FF2B5EF4-FFF2-40B4-BE49-F238E27FC236}">
                            <a16:creationId xmlns:a16="http://schemas.microsoft.com/office/drawing/2014/main" id="{8DC35619-B04E-EEB1-AF70-FEC8DCD9CC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1498" y="2501893"/>
                        <a:ext cx="1623157" cy="15493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13" name="Retângulo 12">
                        <a:extLst>
                          <a:ext uri="{FF2B5EF4-FFF2-40B4-BE49-F238E27FC236}">
                            <a16:creationId xmlns:a16="http://schemas.microsoft.com/office/drawing/2014/main" id="{ED519175-A824-F306-1CC4-5CA0CBC172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12412" y="4472185"/>
                        <a:ext cx="1623157" cy="15493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14" name="CaixaDeTexto 13">
                        <a:extLst>
                          <a:ext uri="{FF2B5EF4-FFF2-40B4-BE49-F238E27FC236}">
                            <a16:creationId xmlns:a16="http://schemas.microsoft.com/office/drawing/2014/main" id="{4670715B-95A7-DA5E-87AE-30BBEE6B969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12412" y="530042"/>
                        <a:ext cx="1637443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i="0" spc="-150">
                            <a:solidFill>
                              <a:srgbClr val="00B0F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História e origem</a:t>
                        </a:r>
                        <a:endParaRPr lang="pt-BR" spc="-15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5" name="CaixaDeTexto 14">
                        <a:extLst>
                          <a:ext uri="{FF2B5EF4-FFF2-40B4-BE49-F238E27FC236}">
                            <a16:creationId xmlns:a16="http://schemas.microsoft.com/office/drawing/2014/main" id="{B01F86F3-B02B-01C8-0168-BCAF32BB5D8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15594" y="2427834"/>
                        <a:ext cx="1637443" cy="6463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pt-BR" b="0" i="0" spc="-150">
                            <a:solidFill>
                              <a:srgbClr val="00B0F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Objetivo e Finalidade</a:t>
                        </a:r>
                        <a:endParaRPr lang="pt-BR" spc="-15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" name="CaixaDeTexto 15">
                        <a:extLst>
                          <a:ext uri="{FF2B5EF4-FFF2-40B4-BE49-F238E27FC236}">
                            <a16:creationId xmlns:a16="http://schemas.microsoft.com/office/drawing/2014/main" id="{D346B525-020E-B17B-6D34-FECFD8CB67D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992889" y="4453120"/>
                        <a:ext cx="1637443" cy="6701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Bef>
                            <a:spcPts val="1200"/>
                          </a:spcBef>
                        </a:pPr>
                        <a:r>
                          <a:rPr lang="pt-BR" sz="1800" kern="100" spc="-150">
                            <a:solidFill>
                              <a:srgbClr val="00B0F0"/>
                            </a:solidFill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Interface de Usuário</a:t>
                        </a:r>
                        <a:endParaRPr lang="pt-BR" sz="1800" kern="100" spc="-150">
                          <a:solidFill>
                            <a:srgbClr val="00B0F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7" name="CaixaDeTexto 16">
                        <a:extLst>
                          <a:ext uri="{FF2B5EF4-FFF2-40B4-BE49-F238E27FC236}">
                            <a16:creationId xmlns:a16="http://schemas.microsoft.com/office/drawing/2014/main" id="{EE7930D6-9CB5-3CC8-A79B-47F4DD38741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28009" y="465559"/>
                        <a:ext cx="5274576" cy="175432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teve origem como um conjunto de temas e aplicativos para o Ubuntu, mas evoluiu para se tornar sua própria distribuição Linux independente, com o objetivo de criar um ambiente de desktop elegante e amigável para os usuários. Ele introduziu o ambiente de desktop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Pantheon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e lançou várias versões, mantendo um forte foco na usabilidade e no design. Financiou seu desenvolvimento por meio de recompensas e doações da comunidade e baseou-se nas versões LTS do Ubuntu para garantir estabilidade e suporte de longo prazo.</a:t>
                        </a:r>
                        <a:endPara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8" name="CaixaDeTexto 17">
                        <a:extLst>
                          <a:ext uri="{FF2B5EF4-FFF2-40B4-BE49-F238E27FC236}">
                            <a16:creationId xmlns:a16="http://schemas.microsoft.com/office/drawing/2014/main" id="{0E7A3EAC-F798-865B-69A2-F549F621661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31776" y="2265026"/>
                        <a:ext cx="5333722" cy="212365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é uma distribuição Linux que tem como principal objetivo oferecer uma experiência de sistema operacional elegante e fácil de usar para os usuários. Sua finalidade inclui a ênfase na usabilidade e no design elegante, facilitando tarefas cotidianas. A distribuição é baseada em versões LTS do Ubuntu para garantir estabilidade e confiabilidade a longo prazo. O projeto desenvolve seu ambiente de desktop personalizado, 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Pantheon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, e aplicativos exclusivos para fornecer uma experiência consistente. Além disso, 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promove o software de código aberto, incentiva a contribuição da comunidade e busca ampliar o ecossistema Linux, oferecendo uma alternativa atraente para os usuários.</a:t>
                        </a:r>
                        <a:endPara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" name="CaixaDeTexto 18">
                        <a:extLst>
                          <a:ext uri="{FF2B5EF4-FFF2-40B4-BE49-F238E27FC236}">
                            <a16:creationId xmlns:a16="http://schemas.microsoft.com/office/drawing/2014/main" id="{B6807950-AEEA-7A1B-5FEE-16EB95A6611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92874" y="4388684"/>
                        <a:ext cx="5274576" cy="193899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A interface de usuário do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é um destaque da distribuição Linux, caracterizada por seu design elegante e amigável. Utiliza o ambiente de desktop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Pantheon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, que é minimalista e intuitivo, com uma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dock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na parte inferior para acesso rápido a aplicativos. Possui um menu de aplicativos organizado de forma intuitiva e oferece suporte a gestos multitoque. A filosofia de design coeso se reflete em todos os aplicativos nativos, proporcionando uma experiência consistente. Além disso, possui uma Central de Configurações para personalização e simplifica a experiência do usuário, enfatizando a beleza e a simplicidade.</a:t>
                        </a:r>
                        <a:endPara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</p:grpSp>
              <p:grpSp>
                <p:nvGrpSpPr>
                  <p:cNvPr id="46" name="Agrupar 45">
                    <a:extLst>
                      <a:ext uri="{FF2B5EF4-FFF2-40B4-BE49-F238E27FC236}">
                        <a16:creationId xmlns:a16="http://schemas.microsoft.com/office/drawing/2014/main" id="{68390CBD-420B-F819-47DE-543D08F66BAC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117600"/>
                    <a:ext cx="13575910" cy="8173667"/>
                    <a:chOff x="0" y="117600"/>
                    <a:chExt cx="13575910" cy="8173667"/>
                  </a:xfrm>
                </p:grpSpPr>
                <p:sp>
                  <p:nvSpPr>
                    <p:cNvPr id="45" name="Retângulo 44">
                      <a:extLst>
                        <a:ext uri="{FF2B5EF4-FFF2-40B4-BE49-F238E27FC236}">
                          <a16:creationId xmlns:a16="http://schemas.microsoft.com/office/drawing/2014/main" id="{FEF0D03B-6AA0-820F-5DB8-BEDFC23DD1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558" y="2300226"/>
                      <a:ext cx="3407419" cy="396546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 dirty="0"/>
                    </a:p>
                  </p:txBody>
                </p:sp>
                <p:sp>
                  <p:nvSpPr>
                    <p:cNvPr id="36" name="CaixaDeTexto 35">
                      <a:extLst>
                        <a:ext uri="{FF2B5EF4-FFF2-40B4-BE49-F238E27FC236}">
                          <a16:creationId xmlns:a16="http://schemas.microsoft.com/office/drawing/2014/main" id="{A2944766-FCA3-0639-A941-F43C5B706D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117600"/>
                      <a:ext cx="12668753" cy="178510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pt-BR" sz="11000" b="1" spc="-30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ELEMENTERY OS</a:t>
                      </a:r>
                      <a:endParaRPr lang="pt-BR" sz="11000" spc="-300" dirty="0">
                        <a:solidFill>
                          <a:srgbClr val="00B0F0"/>
                        </a:solidFill>
                      </a:endParaRPr>
                    </a:p>
                  </p:txBody>
                </p:sp>
                <p:pic>
                  <p:nvPicPr>
                    <p:cNvPr id="37" name="Imagem 36" descr="Ícone&#10;&#10;Descrição gerada automaticamente">
                      <a:extLst>
                        <a:ext uri="{FF2B5EF4-FFF2-40B4-BE49-F238E27FC236}">
                          <a16:creationId xmlns:a16="http://schemas.microsoft.com/office/drawing/2014/main" id="{6D5A718C-B758-5022-9E22-83FE5CA3DCB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305893" y="3021250"/>
                      <a:ext cx="5270017" cy="5270017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9" name="CaixaDeTexto 38">
                      <a:extLst>
                        <a:ext uri="{FF2B5EF4-FFF2-40B4-BE49-F238E27FC236}">
                          <a16:creationId xmlns:a16="http://schemas.microsoft.com/office/drawing/2014/main" id="{584C01C7-81CA-BC9E-C89D-527E968688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3414" y="2300226"/>
                      <a:ext cx="3391563" cy="36354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r>
                        <a:rPr lang="pt-BR" sz="2000" b="1" kern="100" spc="-150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Gerenciador de Pacotes</a:t>
                      </a:r>
                      <a:endParaRPr lang="pt-BR" sz="2000" b="1" kern="100" spc="-15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endParaRPr lang="pt-BR" sz="1200" b="1" kern="100" spc="-150" dirty="0">
                        <a:solidFill>
                          <a:srgbClr val="00B0F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OS, uma distribuição Linux baseada no Ubuntu, utiliza o gerenciador de pacotes "APT" (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Advanced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Package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Tool) como seu sistema principal de gerenciamento de pacotes. Isso permite que os usuários instalem, atualizem e removam pacotes de software facilmente por meio de comandos na linha de comando. Além disso, 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 oferece uma interface gráfica chamada "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AppCenter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," uma loja de aplicativos que simplifica a instalação e atualização de software, proporcionando uma experiência intuitiva e integrada ao ambiente de desktop do sistema.</a:t>
                      </a:r>
                      <a:endParaRPr lang="pt-BR" sz="1200" dirty="0">
                        <a:solidFill>
                          <a:srgbClr val="00B0F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pt-BR" dirty="0"/>
                    </a:p>
                  </p:txBody>
                </p:sp>
                <p:sp>
                  <p:nvSpPr>
                    <p:cNvPr id="40" name="Retângulo 39">
                      <a:extLst>
                        <a:ext uri="{FF2B5EF4-FFF2-40B4-BE49-F238E27FC236}">
                          <a16:creationId xmlns:a16="http://schemas.microsoft.com/office/drawing/2014/main" id="{C09C332D-8FB0-5447-E5C0-4EFCA51290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8113" y="2300226"/>
                      <a:ext cx="3407419" cy="396546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 dirty="0"/>
                    </a:p>
                  </p:txBody>
                </p:sp>
                <p:sp>
                  <p:nvSpPr>
                    <p:cNvPr id="41" name="CaixaDeTexto 40">
                      <a:extLst>
                        <a:ext uri="{FF2B5EF4-FFF2-40B4-BE49-F238E27FC236}">
                          <a16:creationId xmlns:a16="http://schemas.microsoft.com/office/drawing/2014/main" id="{FC9320A9-B21D-2F6A-D89B-F64A2BC707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78113" y="2393492"/>
                      <a:ext cx="3407419" cy="39388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r>
                        <a:rPr lang="pt-BR" b="1" kern="100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Comunidade e suporte</a:t>
                      </a:r>
                      <a:endParaRPr lang="pt-BR" b="1" kern="100" dirty="0">
                        <a:solidFill>
                          <a:srgbClr val="00B0F0"/>
                        </a:solidFill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endParaRPr lang="pt-BR" sz="1000" b="1" kern="100" spc="-15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just"/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comunidade e o suporte em torno do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OS, uma distribuição Linux, são robustos e abrangentes. Os recursos incluem um site oficial com documentação detalhada, um fórum comunitário para discussões e suporte, blogs e redes sociais onde os usuários compartilham informações, GitHub para colaboração no desenvolvimento, suporte técnico pago para necessidades específicas, além da riqueza de recursos e suporte relacionados ao Ubuntu, no qual 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 é baseado. A comunidade também promove o envolvimento de desenvolvedores por meio de recompensas, incentivando o crescimento e aprimoramento contínuo do sistema.</a:t>
                      </a:r>
                      <a:endParaRPr lang="pt-BR" sz="1200" dirty="0">
                        <a:solidFill>
                          <a:srgbClr val="00B0F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pt-BR" dirty="0"/>
                    </a:p>
                  </p:txBody>
                </p:sp>
              </p:grpSp>
            </p:grpSp>
            <p:grpSp>
              <p:nvGrpSpPr>
                <p:cNvPr id="58" name="Agrupar 57">
                  <a:extLst>
                    <a:ext uri="{FF2B5EF4-FFF2-40B4-BE49-F238E27FC236}">
                      <a16:creationId xmlns:a16="http://schemas.microsoft.com/office/drawing/2014/main" id="{D2E32B0F-A8E9-C56C-EFA2-08BD47415305}"/>
                    </a:ext>
                  </a:extLst>
                </p:cNvPr>
                <p:cNvGrpSpPr/>
                <p:nvPr/>
              </p:nvGrpSpPr>
              <p:grpSpPr>
                <a:xfrm>
                  <a:off x="-256944" y="-77338"/>
                  <a:ext cx="12803008" cy="6972300"/>
                  <a:chOff x="-256944" y="-77338"/>
                  <a:chExt cx="12803008" cy="6972300"/>
                </a:xfrm>
              </p:grpSpPr>
              <p:sp>
                <p:nvSpPr>
                  <p:cNvPr id="48" name="Retângulo 47">
                    <a:extLst>
                      <a:ext uri="{FF2B5EF4-FFF2-40B4-BE49-F238E27FC236}">
                        <a16:creationId xmlns:a16="http://schemas.microsoft.com/office/drawing/2014/main" id="{CE7D2740-C273-1695-2FDA-8C97E1AF77D5}"/>
                      </a:ext>
                    </a:extLst>
                  </p:cNvPr>
                  <p:cNvSpPr/>
                  <p:nvPr/>
                </p:nvSpPr>
                <p:spPr>
                  <a:xfrm>
                    <a:off x="5026782" y="550948"/>
                    <a:ext cx="7519282" cy="5987973"/>
                  </a:xfrm>
                  <a:prstGeom prst="rect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49" name="Retângulo: Cantos Arredondados 48">
                    <a:extLst>
                      <a:ext uri="{FF2B5EF4-FFF2-40B4-BE49-F238E27FC236}">
                        <a16:creationId xmlns:a16="http://schemas.microsoft.com/office/drawing/2014/main" id="{4792C279-B417-5E39-051A-6953883CD05B}"/>
                      </a:ext>
                    </a:extLst>
                  </p:cNvPr>
                  <p:cNvSpPr/>
                  <p:nvPr/>
                </p:nvSpPr>
                <p:spPr>
                  <a:xfrm>
                    <a:off x="-210486" y="-77338"/>
                    <a:ext cx="3009184" cy="6972300"/>
                  </a:xfrm>
                  <a:prstGeom prst="roundRect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50" name="CaixaDeTexto 49">
                    <a:extLst>
                      <a:ext uri="{FF2B5EF4-FFF2-40B4-BE49-F238E27FC236}">
                        <a16:creationId xmlns:a16="http://schemas.microsoft.com/office/drawing/2014/main" id="{574D4C04-7D2B-1AC4-B9B0-D6276A3BE362}"/>
                      </a:ext>
                    </a:extLst>
                  </p:cNvPr>
                  <p:cNvSpPr txBox="1"/>
                  <p:nvPr/>
                </p:nvSpPr>
                <p:spPr>
                  <a:xfrm>
                    <a:off x="-256944" y="1400238"/>
                    <a:ext cx="3767145" cy="27084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85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ARCH LINUX</a:t>
                    </a:r>
                    <a:endParaRPr lang="pt-BR" sz="8500" b="1" spc="-300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1" name="CaixaDeTexto 50">
                    <a:extLst>
                      <a:ext uri="{FF2B5EF4-FFF2-40B4-BE49-F238E27FC236}">
                        <a16:creationId xmlns:a16="http://schemas.microsoft.com/office/drawing/2014/main" id="{6382F21A-0533-B857-A732-EB1AF64F28AE}"/>
                      </a:ext>
                    </a:extLst>
                  </p:cNvPr>
                  <p:cNvSpPr txBox="1"/>
                  <p:nvPr/>
                </p:nvSpPr>
                <p:spPr>
                  <a:xfrm>
                    <a:off x="4519451" y="664314"/>
                    <a:ext cx="3996444" cy="5539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3000" b="1" spc="-3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História e Origens</a:t>
                    </a:r>
                  </a:p>
                </p:txBody>
              </p:sp>
              <p:sp>
                <p:nvSpPr>
                  <p:cNvPr id="52" name="CaixaDeTexto 51">
                    <a:extLst>
                      <a:ext uri="{FF2B5EF4-FFF2-40B4-BE49-F238E27FC236}">
                        <a16:creationId xmlns:a16="http://schemas.microsoft.com/office/drawing/2014/main" id="{E15AF1AA-6D54-E572-806B-C312D21A265F}"/>
                      </a:ext>
                    </a:extLst>
                  </p:cNvPr>
                  <p:cNvSpPr txBox="1"/>
                  <p:nvPr/>
                </p:nvSpPr>
                <p:spPr>
                  <a:xfrm>
                    <a:off x="5044077" y="1313880"/>
                    <a:ext cx="7058498" cy="11695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pt-BR" sz="1400" b="1" i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 Arch Linux é uma distribuição Linux que foi criada por Judd Vinet no ano 2002. A motivação por trás do Arch era fornecer uma plataforma simples e leve, mantendo o controle nas mãos dos usuários para criar um sistema Linux altamente personalizado. A filosofia fundamental do Arch Linux é a simplicidade, elegância e código limpo.</a:t>
                    </a:r>
                    <a:r>
                      <a:rPr lang="pt-BR" sz="1400" b="0" i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 </a:t>
                    </a:r>
                    <a:endParaRPr lang="pt-BR" sz="140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3" name="CaixaDeTexto 52">
                    <a:extLst>
                      <a:ext uri="{FF2B5EF4-FFF2-40B4-BE49-F238E27FC236}">
                        <a16:creationId xmlns:a16="http://schemas.microsoft.com/office/drawing/2014/main" id="{A557892A-7E5C-519E-0F17-F17BFB89540C}"/>
                      </a:ext>
                    </a:extLst>
                  </p:cNvPr>
                  <p:cNvSpPr txBox="1"/>
                  <p:nvPr/>
                </p:nvSpPr>
                <p:spPr>
                  <a:xfrm>
                    <a:off x="4568664" y="2374883"/>
                    <a:ext cx="3996444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3200" b="1" i="0" spc="-300" dirty="0">
                        <a:solidFill>
                          <a:srgbClr val="000000"/>
                        </a:solidFill>
                        <a:effectLst/>
                        <a:latin typeface="WordVisi_MSFontService"/>
                      </a:rPr>
                      <a:t>Objetivo e finalidade</a:t>
                    </a:r>
                    <a:endParaRPr lang="pt-BR" sz="3000" b="1" spc="-3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4" name="CaixaDeTexto 53">
                    <a:extLst>
                      <a:ext uri="{FF2B5EF4-FFF2-40B4-BE49-F238E27FC236}">
                        <a16:creationId xmlns:a16="http://schemas.microsoft.com/office/drawing/2014/main" id="{0D9FDA09-62E3-6E70-DF34-FA6AF166E149}"/>
                      </a:ext>
                    </a:extLst>
                  </p:cNvPr>
                  <p:cNvSpPr txBox="1"/>
                  <p:nvPr/>
                </p:nvSpPr>
                <p:spPr>
                  <a:xfrm>
                    <a:off x="5093290" y="3024449"/>
                    <a:ext cx="7058498" cy="11695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pt-BR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 Arch Linux é uma distribuição de sistema operacional Linux que se destaca por sua simplicidade, alto grau de personalização e atualizações contínuas. Seus principais objetivos são permitir que os usuários construam sistemas personalizados, aprender mais sobre Linux e manter um sistema eficiente. É apreciado por sua comunidade ativa e rapidez de inicialização</a:t>
                    </a:r>
                    <a:endParaRPr lang="pt-BR" sz="14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5" name="CaixaDeTexto 54">
                    <a:extLst>
                      <a:ext uri="{FF2B5EF4-FFF2-40B4-BE49-F238E27FC236}">
                        <a16:creationId xmlns:a16="http://schemas.microsoft.com/office/drawing/2014/main" id="{9EA179D9-2F3D-48EF-8E17-A3B1D5C65145}"/>
                      </a:ext>
                    </a:extLst>
                  </p:cNvPr>
                  <p:cNvSpPr txBox="1"/>
                  <p:nvPr/>
                </p:nvSpPr>
                <p:spPr>
                  <a:xfrm>
                    <a:off x="4585045" y="4245561"/>
                    <a:ext cx="3996444" cy="5539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3000" b="1" i="0" spc="-3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Interface de usuário</a:t>
                    </a:r>
                    <a:r>
                      <a:rPr lang="pt-BR" sz="3000" b="0" i="0" spc="-3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 </a:t>
                    </a:r>
                    <a:endParaRPr lang="pt-BR" sz="3000" b="1" spc="-3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" name="CaixaDeTexto 55">
                    <a:extLst>
                      <a:ext uri="{FF2B5EF4-FFF2-40B4-BE49-F238E27FC236}">
                        <a16:creationId xmlns:a16="http://schemas.microsoft.com/office/drawing/2014/main" id="{04202BB4-163C-B6AC-5D54-648B40C49A1C}"/>
                      </a:ext>
                    </a:extLst>
                  </p:cNvPr>
                  <p:cNvSpPr txBox="1"/>
                  <p:nvPr/>
                </p:nvSpPr>
                <p:spPr>
                  <a:xfrm>
                    <a:off x="5109671" y="4895127"/>
                    <a:ext cx="7058498" cy="16004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pt-BR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 Arch Linux não inclui uma interface de usuário gráfica por padrão, permitindo que os usuários escolham e instalem sua interface preferida. Essa abordagem minimalista reflete a filosofia "faça você mesmo" da distribuição, onde os usuários têm controle total sobre a configuração do sistema. Populares opções incluem KDE Plasma, GNOME, </a:t>
                    </a:r>
                    <a:r>
                      <a:rPr lang="pt-BR" sz="1400" b="1" i="0" dirty="0" err="1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Xfce</a:t>
                    </a:r>
                    <a:r>
                      <a:rPr lang="pt-BR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, e gerenciadores de janelas minimalistas como i3. A instalação e configuração da interface são personalizadas, exigindo um nível mais avançado de conhecimento técnico por parte do usuário.</a:t>
                    </a:r>
                    <a:r>
                      <a:rPr lang="pt-BR" sz="1400" b="0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 </a:t>
                    </a:r>
                    <a:endParaRPr lang="pt-BR" sz="1400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pic>
                <p:nvPicPr>
                  <p:cNvPr id="57" name="Imagem 56" descr="Ícone&#10;&#10;Descrição gerada automaticamente">
                    <a:extLst>
                      <a:ext uri="{FF2B5EF4-FFF2-40B4-BE49-F238E27FC236}">
                        <a16:creationId xmlns:a16="http://schemas.microsoft.com/office/drawing/2014/main" id="{18822738-E9B9-7741-0008-8778AF2824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551047" y="5695346"/>
                    <a:ext cx="1041148" cy="104114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74" name="Agrupar 73">
                <a:extLst>
                  <a:ext uri="{FF2B5EF4-FFF2-40B4-BE49-F238E27FC236}">
                    <a16:creationId xmlns:a16="http://schemas.microsoft.com/office/drawing/2014/main" id="{330E72FF-8AAE-0B0D-9B4E-46051B86D66A}"/>
                  </a:ext>
                </a:extLst>
              </p:cNvPr>
              <p:cNvGrpSpPr/>
              <p:nvPr/>
            </p:nvGrpSpPr>
            <p:grpSpPr>
              <a:xfrm>
                <a:off x="-1" y="0"/>
                <a:ext cx="12192001" cy="6858000"/>
                <a:chOff x="-1" y="0"/>
                <a:chExt cx="12192001" cy="6858000"/>
              </a:xfrm>
            </p:grpSpPr>
            <p:sp>
              <p:nvSpPr>
                <p:cNvPr id="60" name="Retângulo 59">
                  <a:extLst>
                    <a:ext uri="{FF2B5EF4-FFF2-40B4-BE49-F238E27FC236}">
                      <a16:creationId xmlns:a16="http://schemas.microsoft.com/office/drawing/2014/main" id="{D5A331D9-6F87-35EB-0092-CA2E1B559A0C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12192001" cy="685800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61" name="Retângulo 60">
                  <a:extLst>
                    <a:ext uri="{FF2B5EF4-FFF2-40B4-BE49-F238E27FC236}">
                      <a16:creationId xmlns:a16="http://schemas.microsoft.com/office/drawing/2014/main" id="{6C2BE56C-C744-7D3C-8265-63F1877F3EFD}"/>
                    </a:ext>
                  </a:extLst>
                </p:cNvPr>
                <p:cNvSpPr/>
                <p:nvPr/>
              </p:nvSpPr>
              <p:spPr>
                <a:xfrm>
                  <a:off x="361447" y="324480"/>
                  <a:ext cx="4457133" cy="58039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2" name="Triângulo isósceles 61">
                  <a:extLst>
                    <a:ext uri="{FF2B5EF4-FFF2-40B4-BE49-F238E27FC236}">
                      <a16:creationId xmlns:a16="http://schemas.microsoft.com/office/drawing/2014/main" id="{E731AF40-9B0E-35E0-5D06-AD543A207D16}"/>
                    </a:ext>
                  </a:extLst>
                </p:cNvPr>
                <p:cNvSpPr/>
                <p:nvPr/>
              </p:nvSpPr>
              <p:spPr>
                <a:xfrm rot="16200000">
                  <a:off x="3856017" y="2819383"/>
                  <a:ext cx="1587943" cy="842594"/>
                </a:xfrm>
                <a:prstGeom prst="triangl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63" name="CaixaDeTexto 62">
                  <a:extLst>
                    <a:ext uri="{FF2B5EF4-FFF2-40B4-BE49-F238E27FC236}">
                      <a16:creationId xmlns:a16="http://schemas.microsoft.com/office/drawing/2014/main" id="{7F8B75E1-2FB0-5FBE-54CD-93E8D5282E31}"/>
                    </a:ext>
                  </a:extLst>
                </p:cNvPr>
                <p:cNvSpPr txBox="1"/>
                <p:nvPr/>
              </p:nvSpPr>
              <p:spPr>
                <a:xfrm>
                  <a:off x="232231" y="1441422"/>
                  <a:ext cx="4475395" cy="5170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1000" b="1" i="0" spc="-300" dirty="0">
                      <a:solidFill>
                        <a:srgbClr val="00B0F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ARCH LINUX</a:t>
                  </a:r>
                  <a:r>
                    <a:rPr lang="pt-BR" sz="11000" b="1" i="0" spc="-30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 </a:t>
                  </a:r>
                  <a:endParaRPr lang="pt-BR" sz="11000" b="1" spc="-3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64" name="Imagem 63" descr="Ícone&#10;&#10;Descrição gerada automaticamente">
                  <a:extLst>
                    <a:ext uri="{FF2B5EF4-FFF2-40B4-BE49-F238E27FC236}">
                      <a16:creationId xmlns:a16="http://schemas.microsoft.com/office/drawing/2014/main" id="{016F52DA-AA66-401D-ACF8-B9D361D345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40488" y="5742542"/>
                  <a:ext cx="1041148" cy="1041148"/>
                </a:xfrm>
                <a:prstGeom prst="rect">
                  <a:avLst/>
                </a:prstGeom>
              </p:spPr>
            </p:pic>
            <p:sp>
              <p:nvSpPr>
                <p:cNvPr id="65" name="CaixaDeTexto 64">
                  <a:extLst>
                    <a:ext uri="{FF2B5EF4-FFF2-40B4-BE49-F238E27FC236}">
                      <a16:creationId xmlns:a16="http://schemas.microsoft.com/office/drawing/2014/main" id="{43731869-86A5-A88E-0E24-0073A720192D}"/>
                    </a:ext>
                  </a:extLst>
                </p:cNvPr>
                <p:cNvSpPr txBox="1"/>
                <p:nvPr/>
              </p:nvSpPr>
              <p:spPr>
                <a:xfrm>
                  <a:off x="5157535" y="701767"/>
                  <a:ext cx="673549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4000" b="1" i="0" spc="-30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GERENCIADOR DE PACOTES</a:t>
                  </a:r>
                  <a:endParaRPr lang="pt-BR" sz="4000" spc="-3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" name="CaixaDeTexto 65">
                  <a:extLst>
                    <a:ext uri="{FF2B5EF4-FFF2-40B4-BE49-F238E27FC236}">
                      <a16:creationId xmlns:a16="http://schemas.microsoft.com/office/drawing/2014/main" id="{781693ED-BF02-EEFB-81FA-372D040C104B}"/>
                    </a:ext>
                  </a:extLst>
                </p:cNvPr>
                <p:cNvSpPr txBox="1"/>
                <p:nvPr/>
              </p:nvSpPr>
              <p:spPr>
                <a:xfrm>
                  <a:off x="4995370" y="1355156"/>
                  <a:ext cx="6387979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O Arch Linux utiliza o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Pacman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como seu gerenciador de pacotes padrão. O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Pacman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é conhecido por sua simplicidade e eficiência, facilitando a instalação, remoção e atualização de software. Ele gerencia dependências automaticamente, suporta o modelo de "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rolling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release" do Arch e permite aos usuários compilar pacotes a partir do código-fonte. O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Pacman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é uma ferramenta essencial para a gestão de software no Arch Linux, proporcionando uma experiência direta e poderosa.</a:t>
                  </a:r>
                  <a:endParaRPr lang="pt-BR" sz="1500" spc="-1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CaixaDeTexto 66">
                  <a:extLst>
                    <a:ext uri="{FF2B5EF4-FFF2-40B4-BE49-F238E27FC236}">
                      <a16:creationId xmlns:a16="http://schemas.microsoft.com/office/drawing/2014/main" id="{1AC99277-49EC-7423-BA5F-09F8CC36D406}"/>
                    </a:ext>
                  </a:extLst>
                </p:cNvPr>
                <p:cNvSpPr txBox="1"/>
                <p:nvPr/>
              </p:nvSpPr>
              <p:spPr>
                <a:xfrm>
                  <a:off x="5236257" y="3325697"/>
                  <a:ext cx="638622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4000" b="1" i="0" spc="-30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COMUNIDADE E SUPORTE </a:t>
                  </a:r>
                  <a:endParaRPr lang="pt-BR" sz="4000" b="1" spc="-3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" name="CaixaDeTexto 67">
                  <a:extLst>
                    <a:ext uri="{FF2B5EF4-FFF2-40B4-BE49-F238E27FC236}">
                      <a16:creationId xmlns:a16="http://schemas.microsoft.com/office/drawing/2014/main" id="{9BE6407F-1CD3-3D7C-9099-9C1F61D6A035}"/>
                    </a:ext>
                  </a:extLst>
                </p:cNvPr>
                <p:cNvSpPr txBox="1"/>
                <p:nvPr/>
              </p:nvSpPr>
              <p:spPr>
                <a:xfrm>
                  <a:off x="5065094" y="4033583"/>
                  <a:ext cx="6387979" cy="1754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 rtl="0" fontAlgn="base"/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A comunidade do Arch Linux desempenha um papel fundamental no suporte e desenvolvimento da distribuição. A extensa Arch Wiki, fóruns ativos, canais de IRC e listas de discussão proporcionam recursos valiosos para os usuários. O Arch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User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Repository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(AUR), mantido pela comunidade, permite a instalação de pacotes não oficiais. A comunidade contribui significativamente para a documentação, suporte e manutenção, tornando-se uma parte vital da experiência do Arch Linux. </a:t>
                  </a:r>
                </a:p>
                <a:p>
                  <a:pPr algn="ctr" rtl="0" fontAlgn="base"/>
                  <a:r>
                    <a:rPr lang="pt-BR" sz="1800" b="0" i="0" dirty="0"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</a:rPr>
                    <a:t> </a:t>
                  </a:r>
                  <a:endParaRPr lang="pt-BR" sz="1600" b="0" i="0" dirty="0">
                    <a:solidFill>
                      <a:srgbClr val="000000"/>
                    </a:solidFill>
                    <a:effectLst/>
                    <a:latin typeface="Segoe UI" panose="020B0502040204020203" pitchFamily="34" charset="0"/>
                  </a:endParaRPr>
                </a:p>
              </p:txBody>
            </p:sp>
          </p:grpSp>
        </p:grpSp>
        <p:sp>
          <p:nvSpPr>
            <p:cNvPr id="76" name="Retângulo 75">
              <a:extLst>
                <a:ext uri="{FF2B5EF4-FFF2-40B4-BE49-F238E27FC236}">
                  <a16:creationId xmlns:a16="http://schemas.microsoft.com/office/drawing/2014/main" id="{7F7502D5-CC17-54AE-C087-BF9AECB68F84}"/>
                </a:ext>
              </a:extLst>
            </p:cNvPr>
            <p:cNvSpPr/>
            <p:nvPr/>
          </p:nvSpPr>
          <p:spPr>
            <a:xfrm>
              <a:off x="2220335" y="3727391"/>
              <a:ext cx="7969039" cy="356409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7" name="CaixaDeTexto 76">
              <a:extLst>
                <a:ext uri="{FF2B5EF4-FFF2-40B4-BE49-F238E27FC236}">
                  <a16:creationId xmlns:a16="http://schemas.microsoft.com/office/drawing/2014/main" id="{A84B6C15-3456-EBE1-C8EE-459F28DBC769}"/>
                </a:ext>
              </a:extLst>
            </p:cNvPr>
            <p:cNvSpPr txBox="1"/>
            <p:nvPr/>
          </p:nvSpPr>
          <p:spPr>
            <a:xfrm>
              <a:off x="3392413" y="1362712"/>
              <a:ext cx="5900818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0000" b="1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168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Agrupar 78">
            <a:extLst>
              <a:ext uri="{FF2B5EF4-FFF2-40B4-BE49-F238E27FC236}">
                <a16:creationId xmlns:a16="http://schemas.microsoft.com/office/drawing/2014/main" id="{D996EDD7-661A-71EC-0E4D-EA59234CE7D9}"/>
              </a:ext>
            </a:extLst>
          </p:cNvPr>
          <p:cNvGrpSpPr/>
          <p:nvPr/>
        </p:nvGrpSpPr>
        <p:grpSpPr>
          <a:xfrm>
            <a:off x="-481008" y="-37916156"/>
            <a:ext cx="13995595" cy="42448967"/>
            <a:chOff x="-481008" y="-37916156"/>
            <a:chExt cx="13995595" cy="42448967"/>
          </a:xfrm>
        </p:grpSpPr>
        <p:grpSp>
          <p:nvGrpSpPr>
            <p:cNvPr id="75" name="Agrupar 74">
              <a:extLst>
                <a:ext uri="{FF2B5EF4-FFF2-40B4-BE49-F238E27FC236}">
                  <a16:creationId xmlns:a16="http://schemas.microsoft.com/office/drawing/2014/main" id="{80A26B30-5698-F153-F152-355FDFC44867}"/>
                </a:ext>
              </a:extLst>
            </p:cNvPr>
            <p:cNvGrpSpPr/>
            <p:nvPr/>
          </p:nvGrpSpPr>
          <p:grpSpPr>
            <a:xfrm>
              <a:off x="-481008" y="-37916156"/>
              <a:ext cx="13995595" cy="37868078"/>
              <a:chOff x="-466494" y="-31010078"/>
              <a:chExt cx="13995595" cy="37868078"/>
            </a:xfrm>
          </p:grpSpPr>
          <p:grpSp>
            <p:nvGrpSpPr>
              <p:cNvPr id="59" name="Agrupar 58">
                <a:extLst>
                  <a:ext uri="{FF2B5EF4-FFF2-40B4-BE49-F238E27FC236}">
                    <a16:creationId xmlns:a16="http://schemas.microsoft.com/office/drawing/2014/main" id="{524B5DE6-E9E7-7C4B-93A8-B073DA8AC9BE}"/>
                  </a:ext>
                </a:extLst>
              </p:cNvPr>
              <p:cNvGrpSpPr/>
              <p:nvPr/>
            </p:nvGrpSpPr>
            <p:grpSpPr>
              <a:xfrm>
                <a:off x="-466494" y="-31010078"/>
                <a:ext cx="13995595" cy="30819578"/>
                <a:chOff x="-256944" y="-23924616"/>
                <a:chExt cx="13995595" cy="30819578"/>
              </a:xfrm>
            </p:grpSpPr>
            <p:grpSp>
              <p:nvGrpSpPr>
                <p:cNvPr id="47" name="Agrupar 46">
                  <a:extLst>
                    <a:ext uri="{FF2B5EF4-FFF2-40B4-BE49-F238E27FC236}">
                      <a16:creationId xmlns:a16="http://schemas.microsoft.com/office/drawing/2014/main" id="{D8172B1D-A05D-41B2-1C0C-32FDC6794791}"/>
                    </a:ext>
                  </a:extLst>
                </p:cNvPr>
                <p:cNvGrpSpPr/>
                <p:nvPr/>
              </p:nvGrpSpPr>
              <p:grpSpPr>
                <a:xfrm>
                  <a:off x="0" y="-23924616"/>
                  <a:ext cx="13738651" cy="24138683"/>
                  <a:chOff x="-162741" y="-15847416"/>
                  <a:chExt cx="13738651" cy="24138683"/>
                </a:xfrm>
              </p:grpSpPr>
              <p:grpSp>
                <p:nvGrpSpPr>
                  <p:cNvPr id="21" name="Agrupar 20">
                    <a:extLst>
                      <a:ext uri="{FF2B5EF4-FFF2-40B4-BE49-F238E27FC236}">
                        <a16:creationId xmlns:a16="http://schemas.microsoft.com/office/drawing/2014/main" id="{29F6C6DA-37A3-5F47-2D29-3B501A5B4E3C}"/>
                      </a:ext>
                    </a:extLst>
                  </p:cNvPr>
                  <p:cNvGrpSpPr/>
                  <p:nvPr/>
                </p:nvGrpSpPr>
                <p:grpSpPr>
                  <a:xfrm>
                    <a:off x="-162741" y="-15847416"/>
                    <a:ext cx="12354741" cy="15952284"/>
                    <a:chOff x="-162741" y="-7868698"/>
                    <a:chExt cx="12354741" cy="15952284"/>
                  </a:xfrm>
                </p:grpSpPr>
                <p:grpSp>
                  <p:nvGrpSpPr>
                    <p:cNvPr id="7" name="Agrupar 6">
                      <a:extLst>
                        <a:ext uri="{FF2B5EF4-FFF2-40B4-BE49-F238E27FC236}">
                          <a16:creationId xmlns:a16="http://schemas.microsoft.com/office/drawing/2014/main" id="{89550AB8-47D9-9D5C-0288-7121131D10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0753" y="-7868698"/>
                      <a:ext cx="12011247" cy="6858000"/>
                      <a:chOff x="180753" y="0"/>
                      <a:chExt cx="12011247" cy="6858000"/>
                    </a:xfrm>
                  </p:grpSpPr>
                  <p:pic>
                    <p:nvPicPr>
                      <p:cNvPr id="4" name="Imagem 3" descr="Ícone&#10;&#10;Descrição gerada automaticamente">
                        <a:extLst>
                          <a:ext uri="{FF2B5EF4-FFF2-40B4-BE49-F238E27FC236}">
                            <a16:creationId xmlns:a16="http://schemas.microsoft.com/office/drawing/2014/main" id="{F5C0BD21-9515-1BA3-CA2F-B93C50EC36A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80753" y="5603358"/>
                        <a:ext cx="1116419" cy="1116419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5" name="CaixaDeTexto 4">
                        <a:extLst>
                          <a:ext uri="{FF2B5EF4-FFF2-40B4-BE49-F238E27FC236}">
                            <a16:creationId xmlns:a16="http://schemas.microsoft.com/office/drawing/2014/main" id="{4C509044-28FD-7A04-2FCE-A2A2A648368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135265" y="0"/>
                        <a:ext cx="8892576" cy="68580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892576" h="6858000">
                            <a:moveTo>
                              <a:pt x="5396909" y="5119189"/>
                            </a:moveTo>
                            <a:lnTo>
                              <a:pt x="5573196" y="5119189"/>
                            </a:lnTo>
                            <a:lnTo>
                              <a:pt x="5569062" y="5120431"/>
                            </a:lnTo>
                            <a:cubicBezTo>
                              <a:pt x="5528931" y="5128839"/>
                              <a:pt x="5485058" y="5134725"/>
                              <a:pt x="5437445" y="5138088"/>
                            </a:cubicBezTo>
                            <a:lnTo>
                              <a:pt x="5396909" y="5139448"/>
                            </a:lnTo>
                            <a:close/>
                            <a:moveTo>
                              <a:pt x="0" y="5119189"/>
                            </a:moveTo>
                            <a:lnTo>
                              <a:pt x="5077232" y="5119189"/>
                            </a:lnTo>
                            <a:lnTo>
                              <a:pt x="5113977" y="5126789"/>
                            </a:lnTo>
                            <a:cubicBezTo>
                              <a:pt x="5178166" y="5136563"/>
                              <a:pt x="5252584" y="5141451"/>
                              <a:pt x="5337230" y="5141451"/>
                            </a:cubicBezTo>
                            <a:lnTo>
                              <a:pt x="5396909" y="5139448"/>
                            </a:lnTo>
                            <a:lnTo>
                              <a:pt x="5396909" y="5342473"/>
                            </a:lnTo>
                            <a:lnTo>
                              <a:pt x="0" y="5342473"/>
                            </a:lnTo>
                            <a:close/>
                            <a:moveTo>
                              <a:pt x="630393" y="3353002"/>
                            </a:moveTo>
                            <a:lnTo>
                              <a:pt x="988324" y="3353002"/>
                            </a:lnTo>
                            <a:lnTo>
                              <a:pt x="988324" y="4812541"/>
                            </a:lnTo>
                            <a:lnTo>
                              <a:pt x="1878316" y="4812541"/>
                            </a:lnTo>
                            <a:lnTo>
                              <a:pt x="1878316" y="5111220"/>
                            </a:lnTo>
                            <a:lnTo>
                              <a:pt x="630393" y="5111220"/>
                            </a:lnTo>
                            <a:close/>
                            <a:moveTo>
                              <a:pt x="6279052" y="3338491"/>
                            </a:moveTo>
                            <a:lnTo>
                              <a:pt x="6828041" y="4186160"/>
                            </a:lnTo>
                            <a:lnTo>
                              <a:pt x="6222218" y="5111220"/>
                            </a:lnTo>
                            <a:lnTo>
                              <a:pt x="6651494" y="5111220"/>
                            </a:lnTo>
                            <a:lnTo>
                              <a:pt x="7045703" y="4498141"/>
                            </a:lnTo>
                            <a:lnTo>
                              <a:pt x="7438701" y="5111220"/>
                            </a:lnTo>
                            <a:lnTo>
                              <a:pt x="7870396" y="5111220"/>
                            </a:lnTo>
                            <a:lnTo>
                              <a:pt x="7264573" y="4199462"/>
                            </a:lnTo>
                            <a:lnTo>
                              <a:pt x="7815981" y="3338491"/>
                            </a:lnTo>
                            <a:lnTo>
                              <a:pt x="7401215" y="3338491"/>
                            </a:lnTo>
                            <a:lnTo>
                              <a:pt x="7052958" y="3908038"/>
                            </a:lnTo>
                            <a:lnTo>
                              <a:pt x="6697445" y="3338491"/>
                            </a:lnTo>
                            <a:close/>
                            <a:moveTo>
                              <a:pt x="4609275" y="3338491"/>
                            </a:moveTo>
                            <a:lnTo>
                              <a:pt x="4967207" y="3338491"/>
                            </a:lnTo>
                            <a:lnTo>
                              <a:pt x="4967207" y="4298618"/>
                            </a:lnTo>
                            <a:cubicBezTo>
                              <a:pt x="4967207" y="4450981"/>
                              <a:pt x="4971640" y="4549735"/>
                              <a:pt x="4980508" y="4594879"/>
                            </a:cubicBezTo>
                            <a:cubicBezTo>
                              <a:pt x="4995825" y="4667433"/>
                              <a:pt x="5032303" y="4725678"/>
                              <a:pt x="5089943" y="4769613"/>
                            </a:cubicBezTo>
                            <a:cubicBezTo>
                              <a:pt x="5147583" y="4813548"/>
                              <a:pt x="5226385" y="4835516"/>
                              <a:pt x="5326347" y="4835516"/>
                            </a:cubicBezTo>
                            <a:lnTo>
                              <a:pt x="5396909" y="4831675"/>
                            </a:lnTo>
                            <a:lnTo>
                              <a:pt x="5396909" y="5119189"/>
                            </a:lnTo>
                            <a:lnTo>
                              <a:pt x="5077232" y="5119189"/>
                            </a:lnTo>
                            <a:lnTo>
                              <a:pt x="5025363" y="5108462"/>
                            </a:lnTo>
                            <a:cubicBezTo>
                              <a:pt x="4998382" y="5101131"/>
                              <a:pt x="4973958" y="5092578"/>
                              <a:pt x="4952091" y="5082803"/>
                            </a:cubicBezTo>
                            <a:cubicBezTo>
                              <a:pt x="4864624" y="5043705"/>
                              <a:pt x="4795496" y="4992917"/>
                              <a:pt x="4744708" y="4930440"/>
                            </a:cubicBezTo>
                            <a:cubicBezTo>
                              <a:pt x="4693921" y="4867964"/>
                              <a:pt x="4660466" y="4802464"/>
                              <a:pt x="4644343" y="4733941"/>
                            </a:cubicBezTo>
                            <a:cubicBezTo>
                              <a:pt x="4620964" y="4632366"/>
                              <a:pt x="4609275" y="4482421"/>
                              <a:pt x="4609275" y="4284108"/>
                            </a:cubicBezTo>
                            <a:close/>
                            <a:moveTo>
                              <a:pt x="2824621" y="3338491"/>
                            </a:moveTo>
                            <a:lnTo>
                              <a:pt x="3172879" y="3338491"/>
                            </a:lnTo>
                            <a:lnTo>
                              <a:pt x="3898416" y="4522326"/>
                            </a:lnTo>
                            <a:lnTo>
                              <a:pt x="3898416" y="3338491"/>
                            </a:lnTo>
                            <a:lnTo>
                              <a:pt x="4230954" y="3338491"/>
                            </a:lnTo>
                            <a:lnTo>
                              <a:pt x="4230954" y="5111220"/>
                            </a:lnTo>
                            <a:lnTo>
                              <a:pt x="3871813" y="5111220"/>
                            </a:lnTo>
                            <a:lnTo>
                              <a:pt x="3157159" y="3955198"/>
                            </a:lnTo>
                            <a:lnTo>
                              <a:pt x="3157159" y="5111220"/>
                            </a:lnTo>
                            <a:lnTo>
                              <a:pt x="2824621" y="5111220"/>
                            </a:lnTo>
                            <a:close/>
                            <a:moveTo>
                              <a:pt x="2124311" y="3338491"/>
                            </a:moveTo>
                            <a:lnTo>
                              <a:pt x="2482242" y="3338491"/>
                            </a:lnTo>
                            <a:lnTo>
                              <a:pt x="2482242" y="5111220"/>
                            </a:lnTo>
                            <a:lnTo>
                              <a:pt x="2124311" y="5111220"/>
                            </a:lnTo>
                            <a:close/>
                            <a:moveTo>
                              <a:pt x="3772172" y="2185129"/>
                            </a:moveTo>
                            <a:lnTo>
                              <a:pt x="3772172" y="2367443"/>
                            </a:lnTo>
                            <a:lnTo>
                              <a:pt x="3899606" y="2367443"/>
                            </a:lnTo>
                            <a:cubicBezTo>
                              <a:pt x="3949216" y="2367443"/>
                              <a:pt x="3980687" y="2366048"/>
                              <a:pt x="3994019" y="2363258"/>
                            </a:cubicBezTo>
                            <a:cubicBezTo>
                              <a:pt x="4014483" y="2359537"/>
                              <a:pt x="4031149" y="2350468"/>
                              <a:pt x="4044017" y="2336050"/>
                            </a:cubicBezTo>
                            <a:cubicBezTo>
                              <a:pt x="4056883" y="2321633"/>
                              <a:pt x="4063317" y="2302331"/>
                              <a:pt x="4063317" y="2278147"/>
                            </a:cubicBezTo>
                            <a:cubicBezTo>
                              <a:pt x="4063317" y="2257683"/>
                              <a:pt x="4058357" y="2240319"/>
                              <a:pt x="4048435" y="2226057"/>
                            </a:cubicBezTo>
                            <a:cubicBezTo>
                              <a:pt x="4038513" y="2211794"/>
                              <a:pt x="4024173" y="2201407"/>
                              <a:pt x="4005414" y="2194896"/>
                            </a:cubicBezTo>
                            <a:cubicBezTo>
                              <a:pt x="3986655" y="2188385"/>
                              <a:pt x="3945960" y="2185129"/>
                              <a:pt x="3883328" y="2185129"/>
                            </a:cubicBezTo>
                            <a:close/>
                            <a:moveTo>
                              <a:pt x="2819672" y="1915843"/>
                            </a:moveTo>
                            <a:lnTo>
                              <a:pt x="2819672" y="2088856"/>
                            </a:lnTo>
                            <a:lnTo>
                              <a:pt x="2921527" y="2088856"/>
                            </a:lnTo>
                            <a:cubicBezTo>
                              <a:pt x="2987569" y="2088856"/>
                              <a:pt x="3028807" y="2086066"/>
                              <a:pt x="3045240" y="2080484"/>
                            </a:cubicBezTo>
                            <a:cubicBezTo>
                              <a:pt x="3061673" y="2074903"/>
                              <a:pt x="3074541" y="2065291"/>
                              <a:pt x="3083842" y="2051649"/>
                            </a:cubicBezTo>
                            <a:cubicBezTo>
                              <a:pt x="3093144" y="2038006"/>
                              <a:pt x="3097795" y="2020953"/>
                              <a:pt x="3097795" y="2000489"/>
                            </a:cubicBezTo>
                            <a:cubicBezTo>
                              <a:pt x="3097795" y="1977545"/>
                              <a:pt x="3091671" y="1959019"/>
                              <a:pt x="3079424" y="1944911"/>
                            </a:cubicBezTo>
                            <a:cubicBezTo>
                              <a:pt x="3067176" y="1930803"/>
                              <a:pt x="3049891" y="1921889"/>
                              <a:pt x="3027567" y="1918169"/>
                            </a:cubicBezTo>
                            <a:cubicBezTo>
                              <a:pt x="3016405" y="1916618"/>
                              <a:pt x="2982918" y="1915843"/>
                              <a:pt x="2927108" y="1915843"/>
                            </a:cubicBezTo>
                            <a:close/>
                            <a:moveTo>
                              <a:pt x="647043" y="1915843"/>
                            </a:moveTo>
                            <a:lnTo>
                              <a:pt x="647043" y="2367443"/>
                            </a:lnTo>
                            <a:lnTo>
                              <a:pt x="749827" y="2367443"/>
                            </a:lnTo>
                            <a:cubicBezTo>
                              <a:pt x="788275" y="2367443"/>
                              <a:pt x="816024" y="2365273"/>
                              <a:pt x="833078" y="2360932"/>
                            </a:cubicBezTo>
                            <a:cubicBezTo>
                              <a:pt x="855402" y="2355351"/>
                              <a:pt x="873928" y="2345895"/>
                              <a:pt x="888656" y="2332562"/>
                            </a:cubicBezTo>
                            <a:cubicBezTo>
                              <a:pt x="903383" y="2319230"/>
                              <a:pt x="915398" y="2297293"/>
                              <a:pt x="924700" y="2266752"/>
                            </a:cubicBezTo>
                            <a:cubicBezTo>
                              <a:pt x="934002" y="2236212"/>
                              <a:pt x="938653" y="2194586"/>
                              <a:pt x="938653" y="2141876"/>
                            </a:cubicBezTo>
                            <a:cubicBezTo>
                              <a:pt x="938653" y="2089166"/>
                              <a:pt x="934002" y="2048703"/>
                              <a:pt x="924700" y="2020488"/>
                            </a:cubicBezTo>
                            <a:cubicBezTo>
                              <a:pt x="915398" y="1992273"/>
                              <a:pt x="902376" y="1970259"/>
                              <a:pt x="885633" y="1954445"/>
                            </a:cubicBezTo>
                            <a:cubicBezTo>
                              <a:pt x="868889" y="1938633"/>
                              <a:pt x="847650" y="1927936"/>
                              <a:pt x="821916" y="1922355"/>
                            </a:cubicBezTo>
                            <a:cubicBezTo>
                              <a:pt x="802692" y="1918014"/>
                              <a:pt x="765020" y="1915843"/>
                              <a:pt x="708899" y="1915843"/>
                            </a:cubicBezTo>
                            <a:close/>
                            <a:moveTo>
                              <a:pt x="3772172" y="1913983"/>
                            </a:moveTo>
                            <a:lnTo>
                              <a:pt x="3772172" y="2071648"/>
                            </a:lnTo>
                            <a:lnTo>
                              <a:pt x="3862399" y="2071648"/>
                            </a:lnTo>
                            <a:cubicBezTo>
                              <a:pt x="3916040" y="2071648"/>
                              <a:pt x="3949371" y="2070873"/>
                              <a:pt x="3962393" y="2069322"/>
                            </a:cubicBezTo>
                            <a:cubicBezTo>
                              <a:pt x="3985958" y="2066532"/>
                              <a:pt x="4004484" y="2058393"/>
                              <a:pt x="4017971" y="2044905"/>
                            </a:cubicBezTo>
                            <a:cubicBezTo>
                              <a:pt x="4031459" y="2031418"/>
                              <a:pt x="4038203" y="2013667"/>
                              <a:pt x="4038203" y="1991653"/>
                            </a:cubicBezTo>
                            <a:cubicBezTo>
                              <a:pt x="4038203" y="1970569"/>
                              <a:pt x="4032389" y="1953438"/>
                              <a:pt x="4020762" y="1940260"/>
                            </a:cubicBezTo>
                            <a:cubicBezTo>
                              <a:pt x="4009135" y="1927083"/>
                              <a:pt x="3991849" y="1919099"/>
                              <a:pt x="3968905" y="1916308"/>
                            </a:cubicBezTo>
                            <a:cubicBezTo>
                              <a:pt x="3955262" y="1914758"/>
                              <a:pt x="3916040" y="1913983"/>
                              <a:pt x="3851237" y="1913983"/>
                            </a:cubicBezTo>
                            <a:close/>
                            <a:moveTo>
                              <a:pt x="6261378" y="1906542"/>
                            </a:moveTo>
                            <a:cubicBezTo>
                              <a:pt x="6318119" y="1906542"/>
                              <a:pt x="6363620" y="1925765"/>
                              <a:pt x="6397882" y="1964212"/>
                            </a:cubicBezTo>
                            <a:cubicBezTo>
                              <a:pt x="6432143" y="2002660"/>
                              <a:pt x="6449274" y="2060951"/>
                              <a:pt x="6449274" y="2139085"/>
                            </a:cubicBezTo>
                            <a:cubicBezTo>
                              <a:pt x="6449274" y="2218150"/>
                              <a:pt x="6431678" y="2277449"/>
                              <a:pt x="6396486" y="2316981"/>
                            </a:cubicBezTo>
                            <a:cubicBezTo>
                              <a:pt x="6361295" y="2356514"/>
                              <a:pt x="6316259" y="2376280"/>
                              <a:pt x="6261378" y="2376280"/>
                            </a:cubicBezTo>
                            <a:cubicBezTo>
                              <a:pt x="6206498" y="2376280"/>
                              <a:pt x="6161229" y="2356359"/>
                              <a:pt x="6125573" y="2316517"/>
                            </a:cubicBezTo>
                            <a:cubicBezTo>
                              <a:pt x="6089916" y="2276674"/>
                              <a:pt x="6072088" y="2218150"/>
                              <a:pt x="6072088" y="2140946"/>
                            </a:cubicBezTo>
                            <a:cubicBezTo>
                              <a:pt x="6072088" y="2062501"/>
                              <a:pt x="6089451" y="2003822"/>
                              <a:pt x="6124177" y="1964910"/>
                            </a:cubicBezTo>
                            <a:cubicBezTo>
                              <a:pt x="6158904" y="1925998"/>
                              <a:pt x="6204638" y="1906542"/>
                              <a:pt x="6261378" y="1906542"/>
                            </a:cubicBezTo>
                            <a:close/>
                            <a:moveTo>
                              <a:pt x="5396909" y="1834569"/>
                            </a:moveTo>
                            <a:lnTo>
                              <a:pt x="5396909" y="2058963"/>
                            </a:lnTo>
                            <a:lnTo>
                              <a:pt x="5392959" y="2080513"/>
                            </a:lnTo>
                            <a:cubicBezTo>
                              <a:pt x="5390992" y="2098012"/>
                              <a:pt x="5390008" y="2116916"/>
                              <a:pt x="5390008" y="2137225"/>
                            </a:cubicBezTo>
                            <a:cubicBezTo>
                              <a:pt x="5390008" y="2158774"/>
                              <a:pt x="5390977" y="2178773"/>
                              <a:pt x="5392915" y="2197221"/>
                            </a:cubicBezTo>
                            <a:lnTo>
                              <a:pt x="5396909" y="2220441"/>
                            </a:lnTo>
                            <a:lnTo>
                              <a:pt x="5396909" y="2449061"/>
                            </a:lnTo>
                            <a:lnTo>
                              <a:pt x="5335593" y="2401162"/>
                            </a:lnTo>
                            <a:cubicBezTo>
                              <a:pt x="5277302" y="2339306"/>
                              <a:pt x="5248157" y="2254737"/>
                              <a:pt x="5248157" y="2147457"/>
                            </a:cubicBezTo>
                            <a:cubicBezTo>
                              <a:pt x="5248157" y="2033976"/>
                              <a:pt x="5277457" y="1945841"/>
                              <a:pt x="5336058" y="1883055"/>
                            </a:cubicBezTo>
                            <a:cubicBezTo>
                              <a:pt x="5350709" y="1867358"/>
                              <a:pt x="5366512" y="1853623"/>
                              <a:pt x="5383468" y="1841851"/>
                            </a:cubicBezTo>
                            <a:close/>
                            <a:moveTo>
                              <a:pt x="6701091" y="1800501"/>
                            </a:moveTo>
                            <a:lnTo>
                              <a:pt x="6701091" y="2482320"/>
                            </a:lnTo>
                            <a:lnTo>
                              <a:pt x="7219664" y="2482320"/>
                            </a:lnTo>
                            <a:lnTo>
                              <a:pt x="7219664" y="2367443"/>
                            </a:lnTo>
                            <a:lnTo>
                              <a:pt x="6838757" y="2367443"/>
                            </a:lnTo>
                            <a:lnTo>
                              <a:pt x="6838757" y="2181873"/>
                            </a:lnTo>
                            <a:lnTo>
                              <a:pt x="7181061" y="2181873"/>
                            </a:lnTo>
                            <a:lnTo>
                              <a:pt x="7181061" y="2066997"/>
                            </a:lnTo>
                            <a:lnTo>
                              <a:pt x="6838757" y="2066997"/>
                            </a:lnTo>
                            <a:lnTo>
                              <a:pt x="6838757" y="1915843"/>
                            </a:lnTo>
                            <a:lnTo>
                              <a:pt x="7206641" y="1915843"/>
                            </a:lnTo>
                            <a:lnTo>
                              <a:pt x="7206641" y="1800501"/>
                            </a:lnTo>
                            <a:close/>
                            <a:moveTo>
                              <a:pt x="5001455" y="1800501"/>
                            </a:moveTo>
                            <a:lnTo>
                              <a:pt x="5139121" y="1800501"/>
                            </a:lnTo>
                            <a:lnTo>
                              <a:pt x="5139121" y="2482320"/>
                            </a:lnTo>
                            <a:lnTo>
                              <a:pt x="5001455" y="2482320"/>
                            </a:lnTo>
                            <a:close/>
                            <a:moveTo>
                              <a:pt x="4318911" y="1800501"/>
                            </a:moveTo>
                            <a:lnTo>
                              <a:pt x="4456577" y="1800501"/>
                            </a:lnTo>
                            <a:lnTo>
                              <a:pt x="4456577" y="2169781"/>
                            </a:lnTo>
                            <a:cubicBezTo>
                              <a:pt x="4456577" y="2228382"/>
                              <a:pt x="4458283" y="2266364"/>
                              <a:pt x="4461693" y="2283728"/>
                            </a:cubicBezTo>
                            <a:cubicBezTo>
                              <a:pt x="4467584" y="2311633"/>
                              <a:pt x="4481614" y="2334035"/>
                              <a:pt x="4503784" y="2350933"/>
                            </a:cubicBezTo>
                            <a:cubicBezTo>
                              <a:pt x="4525953" y="2367831"/>
                              <a:pt x="4556261" y="2376280"/>
                              <a:pt x="4594708" y="2376280"/>
                            </a:cubicBezTo>
                            <a:cubicBezTo>
                              <a:pt x="4633776" y="2376280"/>
                              <a:pt x="4663231" y="2368296"/>
                              <a:pt x="4683075" y="2352328"/>
                            </a:cubicBezTo>
                            <a:cubicBezTo>
                              <a:pt x="4702919" y="2336360"/>
                              <a:pt x="4714856" y="2316749"/>
                              <a:pt x="4718887" y="2293495"/>
                            </a:cubicBezTo>
                            <a:cubicBezTo>
                              <a:pt x="4722918" y="2270240"/>
                              <a:pt x="4724933" y="2231638"/>
                              <a:pt x="4724933" y="2177688"/>
                            </a:cubicBezTo>
                            <a:lnTo>
                              <a:pt x="4724933" y="1800501"/>
                            </a:lnTo>
                            <a:lnTo>
                              <a:pt x="4862599" y="1800501"/>
                            </a:lnTo>
                            <a:lnTo>
                              <a:pt x="4862599" y="2158619"/>
                            </a:lnTo>
                            <a:cubicBezTo>
                              <a:pt x="4862599" y="2240475"/>
                              <a:pt x="4858878" y="2298301"/>
                              <a:pt x="4851437" y="2332097"/>
                            </a:cubicBezTo>
                            <a:cubicBezTo>
                              <a:pt x="4843995" y="2365893"/>
                              <a:pt x="4830275" y="2394419"/>
                              <a:pt x="4810277" y="2417673"/>
                            </a:cubicBezTo>
                            <a:cubicBezTo>
                              <a:pt x="4790278" y="2440927"/>
                              <a:pt x="4763535" y="2459454"/>
                              <a:pt x="4730049" y="2473251"/>
                            </a:cubicBezTo>
                            <a:cubicBezTo>
                              <a:pt x="4696563" y="2487049"/>
                              <a:pt x="4652844" y="2493948"/>
                              <a:pt x="4598894" y="2493948"/>
                            </a:cubicBezTo>
                            <a:cubicBezTo>
                              <a:pt x="4533782" y="2493948"/>
                              <a:pt x="4484405" y="2486429"/>
                              <a:pt x="4450764" y="2471391"/>
                            </a:cubicBezTo>
                            <a:cubicBezTo>
                              <a:pt x="4417122" y="2456353"/>
                              <a:pt x="4390535" y="2436819"/>
                              <a:pt x="4371001" y="2412790"/>
                            </a:cubicBezTo>
                            <a:cubicBezTo>
                              <a:pt x="4351467" y="2388760"/>
                              <a:pt x="4338600" y="2363568"/>
                              <a:pt x="4332399" y="2337213"/>
                            </a:cubicBezTo>
                            <a:cubicBezTo>
                              <a:pt x="4323407" y="2298146"/>
                              <a:pt x="4318911" y="2240475"/>
                              <a:pt x="4318911" y="2164200"/>
                            </a:cubicBezTo>
                            <a:close/>
                            <a:moveTo>
                              <a:pt x="3634506" y="1800501"/>
                            </a:moveTo>
                            <a:lnTo>
                              <a:pt x="3907048" y="1800501"/>
                            </a:lnTo>
                            <a:cubicBezTo>
                              <a:pt x="3960998" y="1800501"/>
                              <a:pt x="4001228" y="1802750"/>
                              <a:pt x="4027738" y="1807245"/>
                            </a:cubicBezTo>
                            <a:cubicBezTo>
                              <a:pt x="4054248" y="1811741"/>
                              <a:pt x="4077968" y="1821120"/>
                              <a:pt x="4098897" y="1835383"/>
                            </a:cubicBezTo>
                            <a:cubicBezTo>
                              <a:pt x="4119826" y="1849646"/>
                              <a:pt x="4137266" y="1868637"/>
                              <a:pt x="4151219" y="1892356"/>
                            </a:cubicBezTo>
                            <a:cubicBezTo>
                              <a:pt x="4165172" y="1916076"/>
                              <a:pt x="4172148" y="1942663"/>
                              <a:pt x="4172148" y="1972119"/>
                            </a:cubicBezTo>
                            <a:cubicBezTo>
                              <a:pt x="4172148" y="2004055"/>
                              <a:pt x="4163544" y="2033356"/>
                              <a:pt x="4146336" y="2060021"/>
                            </a:cubicBezTo>
                            <a:cubicBezTo>
                              <a:pt x="4129127" y="2086686"/>
                              <a:pt x="4105796" y="2106684"/>
                              <a:pt x="4076340" y="2120017"/>
                            </a:cubicBezTo>
                            <a:cubicBezTo>
                              <a:pt x="4117888" y="2132109"/>
                              <a:pt x="4149824" y="2152728"/>
                              <a:pt x="4172148" y="2181873"/>
                            </a:cubicBezTo>
                            <a:cubicBezTo>
                              <a:pt x="4194472" y="2211019"/>
                              <a:pt x="4205634" y="2245280"/>
                              <a:pt x="4205634" y="2284658"/>
                            </a:cubicBezTo>
                            <a:cubicBezTo>
                              <a:pt x="4205634" y="2315664"/>
                              <a:pt x="4198425" y="2345817"/>
                              <a:pt x="4184008" y="2375117"/>
                            </a:cubicBezTo>
                            <a:cubicBezTo>
                              <a:pt x="4169590" y="2404418"/>
                              <a:pt x="4149901" y="2427827"/>
                              <a:pt x="4124942" y="2445346"/>
                            </a:cubicBezTo>
                            <a:cubicBezTo>
                              <a:pt x="4099982" y="2462864"/>
                              <a:pt x="4069208" y="2473639"/>
                              <a:pt x="4032622" y="2477669"/>
                            </a:cubicBezTo>
                            <a:cubicBezTo>
                              <a:pt x="4009677" y="2480150"/>
                              <a:pt x="3954332" y="2481700"/>
                              <a:pt x="3866585" y="2482320"/>
                            </a:cubicBezTo>
                            <a:lnTo>
                              <a:pt x="3634506" y="2482320"/>
                            </a:lnTo>
                            <a:close/>
                            <a:moveTo>
                              <a:pt x="3363155" y="1800501"/>
                            </a:moveTo>
                            <a:lnTo>
                              <a:pt x="3500822" y="1800501"/>
                            </a:lnTo>
                            <a:lnTo>
                              <a:pt x="3500822" y="2482320"/>
                            </a:lnTo>
                            <a:lnTo>
                              <a:pt x="3363155" y="2482320"/>
                            </a:lnTo>
                            <a:close/>
                            <a:moveTo>
                              <a:pt x="2682007" y="1800501"/>
                            </a:moveTo>
                            <a:lnTo>
                              <a:pt x="2971756" y="1800501"/>
                            </a:lnTo>
                            <a:cubicBezTo>
                              <a:pt x="3044620" y="1800501"/>
                              <a:pt x="3097562" y="1806625"/>
                              <a:pt x="3130584" y="1818872"/>
                            </a:cubicBezTo>
                            <a:cubicBezTo>
                              <a:pt x="3163605" y="1831120"/>
                              <a:pt x="3190038" y="1852901"/>
                              <a:pt x="3209881" y="1884217"/>
                            </a:cubicBezTo>
                            <a:cubicBezTo>
                              <a:pt x="3229725" y="1915533"/>
                              <a:pt x="3239647" y="1951345"/>
                              <a:pt x="3239647" y="1991653"/>
                            </a:cubicBezTo>
                            <a:cubicBezTo>
                              <a:pt x="3239647" y="2042812"/>
                              <a:pt x="3224609" y="2085058"/>
                              <a:pt x="3194533" y="2118389"/>
                            </a:cubicBezTo>
                            <a:cubicBezTo>
                              <a:pt x="3164458" y="2151720"/>
                              <a:pt x="3119499" y="2172727"/>
                              <a:pt x="3059658" y="2181409"/>
                            </a:cubicBezTo>
                            <a:cubicBezTo>
                              <a:pt x="3089423" y="2198772"/>
                              <a:pt x="3113996" y="2217840"/>
                              <a:pt x="3133374" y="2238614"/>
                            </a:cubicBezTo>
                            <a:cubicBezTo>
                              <a:pt x="3152753" y="2259388"/>
                              <a:pt x="3178875" y="2296285"/>
                              <a:pt x="3211742" y="2349305"/>
                            </a:cubicBezTo>
                            <a:lnTo>
                              <a:pt x="3294992" y="2482320"/>
                            </a:lnTo>
                            <a:lnTo>
                              <a:pt x="3130351" y="2482320"/>
                            </a:lnTo>
                            <a:lnTo>
                              <a:pt x="3030822" y="2333957"/>
                            </a:lnTo>
                            <a:cubicBezTo>
                              <a:pt x="2995476" y="2280937"/>
                              <a:pt x="2971291" y="2247528"/>
                              <a:pt x="2958269" y="2233731"/>
                            </a:cubicBezTo>
                            <a:cubicBezTo>
                              <a:pt x="2945246" y="2219933"/>
                              <a:pt x="2931449" y="2210477"/>
                              <a:pt x="2916876" y="2205360"/>
                            </a:cubicBezTo>
                            <a:cubicBezTo>
                              <a:pt x="2902303" y="2200245"/>
                              <a:pt x="2879204" y="2197687"/>
                              <a:pt x="2847578" y="2197687"/>
                            </a:cubicBezTo>
                            <a:lnTo>
                              <a:pt x="2819672" y="2197687"/>
                            </a:lnTo>
                            <a:lnTo>
                              <a:pt x="2819672" y="2482320"/>
                            </a:lnTo>
                            <a:lnTo>
                              <a:pt x="2682007" y="2482320"/>
                            </a:lnTo>
                            <a:close/>
                            <a:moveTo>
                              <a:pt x="2051682" y="1800501"/>
                            </a:moveTo>
                            <a:lnTo>
                              <a:pt x="2593510" y="1800501"/>
                            </a:lnTo>
                            <a:lnTo>
                              <a:pt x="2593510" y="1915843"/>
                            </a:lnTo>
                            <a:lnTo>
                              <a:pt x="2391662" y="1915843"/>
                            </a:lnTo>
                            <a:lnTo>
                              <a:pt x="2391662" y="2482320"/>
                            </a:lnTo>
                            <a:lnTo>
                              <a:pt x="2253996" y="2482320"/>
                            </a:lnTo>
                            <a:lnTo>
                              <a:pt x="2253996" y="1915843"/>
                            </a:lnTo>
                            <a:lnTo>
                              <a:pt x="2051682" y="1915843"/>
                            </a:lnTo>
                            <a:close/>
                            <a:moveTo>
                              <a:pt x="1191456" y="1800501"/>
                            </a:moveTo>
                            <a:lnTo>
                              <a:pt x="1329122" y="1800501"/>
                            </a:lnTo>
                            <a:lnTo>
                              <a:pt x="1329122" y="2482320"/>
                            </a:lnTo>
                            <a:lnTo>
                              <a:pt x="1191456" y="2482320"/>
                            </a:lnTo>
                            <a:close/>
                            <a:moveTo>
                              <a:pt x="509376" y="1800501"/>
                            </a:moveTo>
                            <a:lnTo>
                              <a:pt x="760989" y="1800501"/>
                            </a:lnTo>
                            <a:cubicBezTo>
                              <a:pt x="817730" y="1800501"/>
                              <a:pt x="860983" y="1804842"/>
                              <a:pt x="890749" y="1813524"/>
                            </a:cubicBezTo>
                            <a:cubicBezTo>
                              <a:pt x="930746" y="1825306"/>
                              <a:pt x="965008" y="1846235"/>
                              <a:pt x="993533" y="1876311"/>
                            </a:cubicBezTo>
                            <a:cubicBezTo>
                              <a:pt x="1022058" y="1906386"/>
                              <a:pt x="1043762" y="1943206"/>
                              <a:pt x="1058645" y="1986769"/>
                            </a:cubicBezTo>
                            <a:cubicBezTo>
                              <a:pt x="1073528" y="2030333"/>
                              <a:pt x="1080970" y="2084050"/>
                              <a:pt x="1080970" y="2147922"/>
                            </a:cubicBezTo>
                            <a:cubicBezTo>
                              <a:pt x="1080970" y="2204043"/>
                              <a:pt x="1073993" y="2252412"/>
                              <a:pt x="1060041" y="2293029"/>
                            </a:cubicBezTo>
                            <a:cubicBezTo>
                              <a:pt x="1042987" y="2342639"/>
                              <a:pt x="1018648" y="2382792"/>
                              <a:pt x="987022" y="2413487"/>
                            </a:cubicBezTo>
                            <a:cubicBezTo>
                              <a:pt x="963147" y="2436742"/>
                              <a:pt x="930901" y="2454880"/>
                              <a:pt x="890284" y="2467903"/>
                            </a:cubicBezTo>
                            <a:cubicBezTo>
                              <a:pt x="859898" y="2477514"/>
                              <a:pt x="819280" y="2482320"/>
                              <a:pt x="768430" y="2482320"/>
                            </a:cubicBezTo>
                            <a:lnTo>
                              <a:pt x="509376" y="2482320"/>
                            </a:lnTo>
                            <a:close/>
                            <a:moveTo>
                              <a:pt x="7577856" y="1788874"/>
                            </a:moveTo>
                            <a:cubicBezTo>
                              <a:pt x="7525456" y="1788874"/>
                              <a:pt x="7480731" y="1796781"/>
                              <a:pt x="7443678" y="1812594"/>
                            </a:cubicBezTo>
                            <a:cubicBezTo>
                              <a:pt x="7406627" y="1828407"/>
                              <a:pt x="7378256" y="1851429"/>
                              <a:pt x="7358567" y="1881659"/>
                            </a:cubicBezTo>
                            <a:cubicBezTo>
                              <a:pt x="7338879" y="1911890"/>
                              <a:pt x="7329034" y="1944369"/>
                              <a:pt x="7329034" y="1979095"/>
                            </a:cubicBezTo>
                            <a:cubicBezTo>
                              <a:pt x="7329034" y="2033045"/>
                              <a:pt x="7349963" y="2078779"/>
                              <a:pt x="7391821" y="2116296"/>
                            </a:cubicBezTo>
                            <a:cubicBezTo>
                              <a:pt x="7421587" y="2142961"/>
                              <a:pt x="7473367" y="2165441"/>
                              <a:pt x="7547160" y="2183734"/>
                            </a:cubicBezTo>
                            <a:cubicBezTo>
                              <a:pt x="7604521" y="2197996"/>
                              <a:pt x="7641263" y="2207919"/>
                              <a:pt x="7657386" y="2213500"/>
                            </a:cubicBezTo>
                            <a:cubicBezTo>
                              <a:pt x="7680951" y="2221871"/>
                              <a:pt x="7697461" y="2231715"/>
                              <a:pt x="7706918" y="2243032"/>
                            </a:cubicBezTo>
                            <a:cubicBezTo>
                              <a:pt x="7716375" y="2254350"/>
                              <a:pt x="7721103" y="2268070"/>
                              <a:pt x="7721103" y="2284193"/>
                            </a:cubicBezTo>
                            <a:cubicBezTo>
                              <a:pt x="7721103" y="2309307"/>
                              <a:pt x="7709863" y="2331244"/>
                              <a:pt x="7687384" y="2350003"/>
                            </a:cubicBezTo>
                            <a:cubicBezTo>
                              <a:pt x="7664905" y="2368761"/>
                              <a:pt x="7631497" y="2378140"/>
                              <a:pt x="7587157" y="2378140"/>
                            </a:cubicBezTo>
                            <a:cubicBezTo>
                              <a:pt x="7545300" y="2378140"/>
                              <a:pt x="7512046" y="2367598"/>
                              <a:pt x="7487397" y="2346515"/>
                            </a:cubicBezTo>
                            <a:cubicBezTo>
                              <a:pt x="7462747" y="2325430"/>
                              <a:pt x="7446391" y="2292409"/>
                              <a:pt x="7438329" y="2247451"/>
                            </a:cubicBezTo>
                            <a:lnTo>
                              <a:pt x="7304385" y="2260473"/>
                            </a:lnTo>
                            <a:cubicBezTo>
                              <a:pt x="7313376" y="2336748"/>
                              <a:pt x="7340971" y="2394806"/>
                              <a:pt x="7387170" y="2434649"/>
                            </a:cubicBezTo>
                            <a:cubicBezTo>
                              <a:pt x="7433369" y="2474491"/>
                              <a:pt x="7499567" y="2494413"/>
                              <a:pt x="7585763" y="2494413"/>
                            </a:cubicBezTo>
                            <a:cubicBezTo>
                              <a:pt x="7644984" y="2494413"/>
                              <a:pt x="7694439" y="2486119"/>
                              <a:pt x="7734125" y="2469530"/>
                            </a:cubicBezTo>
                            <a:cubicBezTo>
                              <a:pt x="7773813" y="2452942"/>
                              <a:pt x="7804509" y="2427595"/>
                              <a:pt x="7826213" y="2393488"/>
                            </a:cubicBezTo>
                            <a:cubicBezTo>
                              <a:pt x="7847917" y="2359382"/>
                              <a:pt x="7858769" y="2322795"/>
                              <a:pt x="7858769" y="2283728"/>
                            </a:cubicBezTo>
                            <a:cubicBezTo>
                              <a:pt x="7858769" y="2240629"/>
                              <a:pt x="7849700" y="2204430"/>
                              <a:pt x="7831561" y="2175130"/>
                            </a:cubicBezTo>
                            <a:cubicBezTo>
                              <a:pt x="7813423" y="2145829"/>
                              <a:pt x="7788308" y="2122730"/>
                              <a:pt x="7756217" y="2105832"/>
                            </a:cubicBezTo>
                            <a:cubicBezTo>
                              <a:pt x="7724126" y="2088934"/>
                              <a:pt x="7674594" y="2072578"/>
                              <a:pt x="7607621" y="2056765"/>
                            </a:cubicBezTo>
                            <a:cubicBezTo>
                              <a:pt x="7540649" y="2040952"/>
                              <a:pt x="7498481" y="2025759"/>
                              <a:pt x="7481117" y="2011186"/>
                            </a:cubicBezTo>
                            <a:cubicBezTo>
                              <a:pt x="7467475" y="1999714"/>
                              <a:pt x="7460654" y="1985916"/>
                              <a:pt x="7460654" y="1969794"/>
                            </a:cubicBezTo>
                            <a:cubicBezTo>
                              <a:pt x="7460654" y="1952120"/>
                              <a:pt x="7467941" y="1938013"/>
                              <a:pt x="7482513" y="1927470"/>
                            </a:cubicBezTo>
                            <a:cubicBezTo>
                              <a:pt x="7505147" y="1911037"/>
                              <a:pt x="7536463" y="1902821"/>
                              <a:pt x="7576461" y="1902821"/>
                            </a:cubicBezTo>
                            <a:cubicBezTo>
                              <a:pt x="7615218" y="1902821"/>
                              <a:pt x="7644286" y="1910495"/>
                              <a:pt x="7663665" y="1925843"/>
                            </a:cubicBezTo>
                            <a:cubicBezTo>
                              <a:pt x="7683043" y="1941191"/>
                              <a:pt x="7695679" y="1966383"/>
                              <a:pt x="7701569" y="2001419"/>
                            </a:cubicBezTo>
                            <a:lnTo>
                              <a:pt x="7839235" y="1995373"/>
                            </a:lnTo>
                            <a:cubicBezTo>
                              <a:pt x="7837065" y="1932742"/>
                              <a:pt x="7814353" y="1882667"/>
                              <a:pt x="7771100" y="1845150"/>
                            </a:cubicBezTo>
                            <a:cubicBezTo>
                              <a:pt x="7727847" y="1807633"/>
                              <a:pt x="7663432" y="1788874"/>
                              <a:pt x="7577856" y="1788874"/>
                            </a:cubicBezTo>
                            <a:close/>
                            <a:moveTo>
                              <a:pt x="6259983" y="1788874"/>
                            </a:moveTo>
                            <a:cubicBezTo>
                              <a:pt x="6204482" y="1788874"/>
                              <a:pt x="6155494" y="1797866"/>
                              <a:pt x="6113015" y="1815849"/>
                            </a:cubicBezTo>
                            <a:cubicBezTo>
                              <a:pt x="6081080" y="1829182"/>
                              <a:pt x="6051701" y="1849646"/>
                              <a:pt x="6024881" y="1877241"/>
                            </a:cubicBezTo>
                            <a:cubicBezTo>
                              <a:pt x="5998061" y="1904836"/>
                              <a:pt x="5976900" y="1935997"/>
                              <a:pt x="5961397" y="1970724"/>
                            </a:cubicBezTo>
                            <a:cubicBezTo>
                              <a:pt x="5940623" y="2017853"/>
                              <a:pt x="5930236" y="2076144"/>
                              <a:pt x="5930236" y="2145597"/>
                            </a:cubicBezTo>
                            <a:cubicBezTo>
                              <a:pt x="5930236" y="2254117"/>
                              <a:pt x="5960157" y="2339306"/>
                              <a:pt x="6019998" y="2401162"/>
                            </a:cubicBezTo>
                            <a:cubicBezTo>
                              <a:pt x="6079839" y="2463019"/>
                              <a:pt x="6160454" y="2493948"/>
                              <a:pt x="6261844" y="2493948"/>
                            </a:cubicBezTo>
                            <a:cubicBezTo>
                              <a:pt x="6361993" y="2493948"/>
                              <a:pt x="6441988" y="2462864"/>
                              <a:pt x="6501829" y="2400697"/>
                            </a:cubicBezTo>
                            <a:cubicBezTo>
                              <a:pt x="6561670" y="2338531"/>
                              <a:pt x="6591591" y="2252412"/>
                              <a:pt x="6591591" y="2142341"/>
                            </a:cubicBezTo>
                            <a:cubicBezTo>
                              <a:pt x="6591591" y="2031340"/>
                              <a:pt x="6561437" y="1944679"/>
                              <a:pt x="6501131" y="1882357"/>
                            </a:cubicBezTo>
                            <a:cubicBezTo>
                              <a:pt x="6440825" y="1820035"/>
                              <a:pt x="6360442" y="1788874"/>
                              <a:pt x="6259983" y="1788874"/>
                            </a:cubicBezTo>
                            <a:close/>
                            <a:moveTo>
                              <a:pt x="1700932" y="1788874"/>
                            </a:moveTo>
                            <a:cubicBezTo>
                              <a:pt x="1786508" y="1788874"/>
                              <a:pt x="1850922" y="1807633"/>
                              <a:pt x="1894176" y="1845150"/>
                            </a:cubicBezTo>
                            <a:cubicBezTo>
                              <a:pt x="1937429" y="1882667"/>
                              <a:pt x="1960141" y="1932742"/>
                              <a:pt x="1962311" y="1995373"/>
                            </a:cubicBezTo>
                            <a:lnTo>
                              <a:pt x="1824645" y="2001419"/>
                            </a:lnTo>
                            <a:cubicBezTo>
                              <a:pt x="1818754" y="1966383"/>
                              <a:pt x="1806120" y="1941191"/>
                              <a:pt x="1786741" y="1925843"/>
                            </a:cubicBezTo>
                            <a:cubicBezTo>
                              <a:pt x="1767362" y="1910495"/>
                              <a:pt x="1738294" y="1902821"/>
                              <a:pt x="1699537" y="1902821"/>
                            </a:cubicBezTo>
                            <a:cubicBezTo>
                              <a:pt x="1659539" y="1902821"/>
                              <a:pt x="1628223" y="1911037"/>
                              <a:pt x="1605589" y="1927470"/>
                            </a:cubicBezTo>
                            <a:cubicBezTo>
                              <a:pt x="1591016" y="1938013"/>
                              <a:pt x="1583729" y="1952120"/>
                              <a:pt x="1583729" y="1969794"/>
                            </a:cubicBezTo>
                            <a:cubicBezTo>
                              <a:pt x="1583729" y="1985916"/>
                              <a:pt x="1590551" y="1999714"/>
                              <a:pt x="1604194" y="2011186"/>
                            </a:cubicBezTo>
                            <a:cubicBezTo>
                              <a:pt x="1621557" y="2025759"/>
                              <a:pt x="1663725" y="2040952"/>
                              <a:pt x="1730698" y="2056765"/>
                            </a:cubicBezTo>
                            <a:cubicBezTo>
                              <a:pt x="1797670" y="2072578"/>
                              <a:pt x="1847202" y="2088934"/>
                              <a:pt x="1879293" y="2105832"/>
                            </a:cubicBezTo>
                            <a:cubicBezTo>
                              <a:pt x="1911384" y="2122730"/>
                              <a:pt x="1936499" y="2145829"/>
                              <a:pt x="1954637" y="2175130"/>
                            </a:cubicBezTo>
                            <a:cubicBezTo>
                              <a:pt x="1972776" y="2204430"/>
                              <a:pt x="1981845" y="2240629"/>
                              <a:pt x="1981845" y="2283728"/>
                            </a:cubicBezTo>
                            <a:cubicBezTo>
                              <a:pt x="1981845" y="2322795"/>
                              <a:pt x="1970993" y="2359382"/>
                              <a:pt x="1949289" y="2393488"/>
                            </a:cubicBezTo>
                            <a:cubicBezTo>
                              <a:pt x="1927585" y="2427595"/>
                              <a:pt x="1896889" y="2452942"/>
                              <a:pt x="1857201" y="2469530"/>
                            </a:cubicBezTo>
                            <a:cubicBezTo>
                              <a:pt x="1817514" y="2486119"/>
                              <a:pt x="1768060" y="2494413"/>
                              <a:pt x="1708839" y="2494413"/>
                            </a:cubicBezTo>
                            <a:cubicBezTo>
                              <a:pt x="1622642" y="2494413"/>
                              <a:pt x="1556444" y="2474491"/>
                              <a:pt x="1510246" y="2434649"/>
                            </a:cubicBezTo>
                            <a:cubicBezTo>
                              <a:pt x="1464047" y="2394806"/>
                              <a:pt x="1436451" y="2336748"/>
                              <a:pt x="1427460" y="2260473"/>
                            </a:cubicBezTo>
                            <a:lnTo>
                              <a:pt x="1561405" y="2247451"/>
                            </a:lnTo>
                            <a:cubicBezTo>
                              <a:pt x="1569467" y="2292409"/>
                              <a:pt x="1585823" y="2325430"/>
                              <a:pt x="1610472" y="2346515"/>
                            </a:cubicBezTo>
                            <a:cubicBezTo>
                              <a:pt x="1635122" y="2367598"/>
                              <a:pt x="1668376" y="2378140"/>
                              <a:pt x="1710233" y="2378140"/>
                            </a:cubicBezTo>
                            <a:cubicBezTo>
                              <a:pt x="1754572" y="2378140"/>
                              <a:pt x="1787981" y="2368761"/>
                              <a:pt x="1810460" y="2350003"/>
                            </a:cubicBezTo>
                            <a:cubicBezTo>
                              <a:pt x="1832939" y="2331244"/>
                              <a:pt x="1844179" y="2309307"/>
                              <a:pt x="1844179" y="2284193"/>
                            </a:cubicBezTo>
                            <a:cubicBezTo>
                              <a:pt x="1844179" y="2268070"/>
                              <a:pt x="1839451" y="2254350"/>
                              <a:pt x="1829993" y="2243032"/>
                            </a:cubicBezTo>
                            <a:cubicBezTo>
                              <a:pt x="1820537" y="2231715"/>
                              <a:pt x="1804027" y="2221871"/>
                              <a:pt x="1780462" y="2213500"/>
                            </a:cubicBezTo>
                            <a:cubicBezTo>
                              <a:pt x="1764339" y="2207919"/>
                              <a:pt x="1727597" y="2197996"/>
                              <a:pt x="1670236" y="2183734"/>
                            </a:cubicBezTo>
                            <a:cubicBezTo>
                              <a:pt x="1596442" y="2165441"/>
                              <a:pt x="1544662" y="2142961"/>
                              <a:pt x="1514897" y="2116296"/>
                            </a:cubicBezTo>
                            <a:cubicBezTo>
                              <a:pt x="1473038" y="2078779"/>
                              <a:pt x="1452110" y="2033045"/>
                              <a:pt x="1452110" y="1979095"/>
                            </a:cubicBezTo>
                            <a:cubicBezTo>
                              <a:pt x="1452110" y="1944369"/>
                              <a:pt x="1461954" y="1911890"/>
                              <a:pt x="1481642" y="1881659"/>
                            </a:cubicBezTo>
                            <a:cubicBezTo>
                              <a:pt x="1501332" y="1851429"/>
                              <a:pt x="1529702" y="1828407"/>
                              <a:pt x="1566754" y="1812594"/>
                            </a:cubicBezTo>
                            <a:cubicBezTo>
                              <a:pt x="1603806" y="1796781"/>
                              <a:pt x="1648532" y="1788874"/>
                              <a:pt x="1700932" y="1788874"/>
                            </a:cubicBezTo>
                            <a:close/>
                            <a:moveTo>
                              <a:pt x="6350210" y="1644232"/>
                            </a:moveTo>
                            <a:cubicBezTo>
                              <a:pt x="6348350" y="1658805"/>
                              <a:pt x="6344087" y="1669192"/>
                              <a:pt x="6337420" y="1675393"/>
                            </a:cubicBezTo>
                            <a:cubicBezTo>
                              <a:pt x="6330754" y="1681594"/>
                              <a:pt x="6322460" y="1684695"/>
                              <a:pt x="6312538" y="1684695"/>
                            </a:cubicBezTo>
                            <a:cubicBezTo>
                              <a:pt x="6298585" y="1684695"/>
                              <a:pt x="6279284" y="1679191"/>
                              <a:pt x="6254635" y="1668184"/>
                            </a:cubicBezTo>
                            <a:cubicBezTo>
                              <a:pt x="6229985" y="1657177"/>
                              <a:pt x="6213009" y="1650511"/>
                              <a:pt x="6203708" y="1648185"/>
                            </a:cubicBezTo>
                            <a:cubicBezTo>
                              <a:pt x="6194406" y="1645860"/>
                              <a:pt x="6184329" y="1644697"/>
                              <a:pt x="6173477" y="1644697"/>
                            </a:cubicBezTo>
                            <a:cubicBezTo>
                              <a:pt x="6148672" y="1644697"/>
                              <a:pt x="6128363" y="1653456"/>
                              <a:pt x="6112550" y="1670975"/>
                            </a:cubicBezTo>
                            <a:cubicBezTo>
                              <a:pt x="6096737" y="1688493"/>
                              <a:pt x="6088831" y="1713530"/>
                              <a:pt x="6088831" y="1746086"/>
                            </a:cubicBezTo>
                            <a:cubicBezTo>
                              <a:pt x="6088831" y="1750117"/>
                              <a:pt x="6088986" y="1755698"/>
                              <a:pt x="6089296" y="1762829"/>
                            </a:cubicBezTo>
                            <a:lnTo>
                              <a:pt x="6148827" y="1762829"/>
                            </a:lnTo>
                            <a:cubicBezTo>
                              <a:pt x="6149137" y="1747947"/>
                              <a:pt x="6152083" y="1737482"/>
                              <a:pt x="6157664" y="1731436"/>
                            </a:cubicBezTo>
                            <a:cubicBezTo>
                              <a:pt x="6163245" y="1725390"/>
                              <a:pt x="6170996" y="1722367"/>
                              <a:pt x="6180918" y="1722367"/>
                            </a:cubicBezTo>
                            <a:cubicBezTo>
                              <a:pt x="6193941" y="1722367"/>
                              <a:pt x="6214714" y="1727793"/>
                              <a:pt x="6243240" y="1738645"/>
                            </a:cubicBezTo>
                            <a:cubicBezTo>
                              <a:pt x="6271766" y="1749497"/>
                              <a:pt x="6289594" y="1755853"/>
                              <a:pt x="6296725" y="1757713"/>
                            </a:cubicBezTo>
                            <a:cubicBezTo>
                              <a:pt x="6306957" y="1759884"/>
                              <a:pt x="6317344" y="1760969"/>
                              <a:pt x="6327886" y="1760969"/>
                            </a:cubicBezTo>
                            <a:cubicBezTo>
                              <a:pt x="6352071" y="1760969"/>
                              <a:pt x="6371837" y="1751977"/>
                              <a:pt x="6387185" y="1733994"/>
                            </a:cubicBezTo>
                            <a:cubicBezTo>
                              <a:pt x="6402533" y="1716011"/>
                              <a:pt x="6410362" y="1686090"/>
                              <a:pt x="6410672" y="1644232"/>
                            </a:cubicBezTo>
                            <a:close/>
                            <a:moveTo>
                              <a:pt x="5396909" y="0"/>
                            </a:moveTo>
                            <a:lnTo>
                              <a:pt x="8892576" y="0"/>
                            </a:lnTo>
                            <a:lnTo>
                              <a:pt x="8892576" y="6858000"/>
                            </a:lnTo>
                            <a:lnTo>
                              <a:pt x="5396909" y="6858000"/>
                            </a:lnTo>
                            <a:lnTo>
                              <a:pt x="5396909" y="5342473"/>
                            </a:lnTo>
                            <a:lnTo>
                              <a:pt x="8601739" y="5342473"/>
                            </a:lnTo>
                            <a:lnTo>
                              <a:pt x="8601739" y="5119189"/>
                            </a:lnTo>
                            <a:lnTo>
                              <a:pt x="5573196" y="5119189"/>
                            </a:lnTo>
                            <a:lnTo>
                              <a:pt x="5678233" y="5087640"/>
                            </a:lnTo>
                            <a:cubicBezTo>
                              <a:pt x="5765297" y="5051766"/>
                              <a:pt x="5834828" y="5003599"/>
                              <a:pt x="5886825" y="4943137"/>
                            </a:cubicBezTo>
                            <a:cubicBezTo>
                              <a:pt x="5938821" y="4882676"/>
                              <a:pt x="5974494" y="4808510"/>
                              <a:pt x="5993841" y="4720639"/>
                            </a:cubicBezTo>
                            <a:cubicBezTo>
                              <a:pt x="6013189" y="4632769"/>
                              <a:pt x="6022863" y="4482421"/>
                              <a:pt x="6022863" y="4269597"/>
                            </a:cubicBezTo>
                            <a:lnTo>
                              <a:pt x="6022863" y="3338491"/>
                            </a:lnTo>
                            <a:lnTo>
                              <a:pt x="5664931" y="3338491"/>
                            </a:lnTo>
                            <a:lnTo>
                              <a:pt x="5664931" y="4319175"/>
                            </a:lnTo>
                            <a:cubicBezTo>
                              <a:pt x="5664931" y="4459446"/>
                              <a:pt x="5659691" y="4559812"/>
                              <a:pt x="5649211" y="4620273"/>
                            </a:cubicBezTo>
                            <a:cubicBezTo>
                              <a:pt x="5638731" y="4680735"/>
                              <a:pt x="5607694" y="4731724"/>
                              <a:pt x="5556101" y="4773241"/>
                            </a:cubicBezTo>
                            <a:cubicBezTo>
                              <a:pt x="5517405" y="4804379"/>
                              <a:pt x="5464653" y="4823840"/>
                              <a:pt x="5397843" y="4831624"/>
                            </a:cubicBezTo>
                            <a:lnTo>
                              <a:pt x="5396909" y="4831675"/>
                            </a:lnTo>
                            <a:lnTo>
                              <a:pt x="5396909" y="2449061"/>
                            </a:lnTo>
                            <a:lnTo>
                              <a:pt x="5407972" y="2457703"/>
                            </a:lnTo>
                            <a:cubicBezTo>
                              <a:pt x="5434366" y="2472201"/>
                              <a:pt x="5463027" y="2482350"/>
                              <a:pt x="5493955" y="2488149"/>
                            </a:cubicBezTo>
                            <a:lnTo>
                              <a:pt x="5514555" y="2490976"/>
                            </a:lnTo>
                            <a:lnTo>
                              <a:pt x="5513722" y="2491041"/>
                            </a:lnTo>
                            <a:cubicBezTo>
                              <a:pt x="5500699" y="2493133"/>
                              <a:pt x="5488142" y="2496273"/>
                              <a:pt x="5476050" y="2500459"/>
                            </a:cubicBezTo>
                            <a:lnTo>
                              <a:pt x="5463957" y="2546502"/>
                            </a:lnTo>
                            <a:cubicBezTo>
                              <a:pt x="5484732" y="2540301"/>
                              <a:pt x="5505040" y="2537201"/>
                              <a:pt x="5524884" y="2537201"/>
                            </a:cubicBezTo>
                            <a:cubicBezTo>
                              <a:pt x="5545037" y="2537201"/>
                              <a:pt x="5559920" y="2541076"/>
                              <a:pt x="5569532" y="2548828"/>
                            </a:cubicBezTo>
                            <a:cubicBezTo>
                              <a:pt x="5579144" y="2556579"/>
                              <a:pt x="5583950" y="2565726"/>
                              <a:pt x="5583950" y="2576268"/>
                            </a:cubicBezTo>
                            <a:cubicBezTo>
                              <a:pt x="5583950" y="2588050"/>
                              <a:pt x="5578834" y="2597662"/>
                              <a:pt x="5568602" y="2605103"/>
                            </a:cubicBezTo>
                            <a:cubicBezTo>
                              <a:pt x="5555269" y="2615025"/>
                              <a:pt x="5534805" y="2619987"/>
                              <a:pt x="5507210" y="2619987"/>
                            </a:cubicBezTo>
                            <a:cubicBezTo>
                              <a:pt x="5480546" y="2619987"/>
                              <a:pt x="5451245" y="2618281"/>
                              <a:pt x="5419309" y="2614870"/>
                            </a:cubicBezTo>
                            <a:lnTo>
                              <a:pt x="5419309" y="2669751"/>
                            </a:lnTo>
                            <a:cubicBezTo>
                              <a:pt x="5439773" y="2674712"/>
                              <a:pt x="5470003" y="2677192"/>
                              <a:pt x="5510001" y="2677192"/>
                            </a:cubicBezTo>
                            <a:cubicBezTo>
                              <a:pt x="5566122" y="2677192"/>
                              <a:pt x="5609219" y="2665565"/>
                              <a:pt x="5639295" y="2642311"/>
                            </a:cubicBezTo>
                            <a:cubicBezTo>
                              <a:pt x="5661620" y="2625257"/>
                              <a:pt x="5672782" y="2603088"/>
                              <a:pt x="5672782" y="2575803"/>
                            </a:cubicBezTo>
                            <a:cubicBezTo>
                              <a:pt x="5672782" y="2551308"/>
                              <a:pt x="5662704" y="2530534"/>
                              <a:pt x="5642551" y="2513481"/>
                            </a:cubicBezTo>
                            <a:cubicBezTo>
                              <a:pt x="5632474" y="2504954"/>
                              <a:pt x="5620072" y="2498559"/>
                              <a:pt x="5605344" y="2494296"/>
                            </a:cubicBezTo>
                            <a:lnTo>
                              <a:pt x="5592738" y="2491760"/>
                            </a:lnTo>
                            <a:lnTo>
                              <a:pt x="5611318" y="2490561"/>
                            </a:lnTo>
                            <a:cubicBezTo>
                              <a:pt x="5661402" y="2483788"/>
                              <a:pt x="5704291" y="2466856"/>
                              <a:pt x="5739987" y="2439765"/>
                            </a:cubicBezTo>
                            <a:cubicBezTo>
                              <a:pt x="5787581" y="2403643"/>
                              <a:pt x="5821610" y="2348375"/>
                              <a:pt x="5842074" y="2273961"/>
                            </a:cubicBezTo>
                            <a:lnTo>
                              <a:pt x="5708594" y="2231638"/>
                            </a:lnTo>
                            <a:cubicBezTo>
                              <a:pt x="5697121" y="2281557"/>
                              <a:pt x="5678208" y="2318144"/>
                              <a:pt x="5651853" y="2341399"/>
                            </a:cubicBezTo>
                            <a:cubicBezTo>
                              <a:pt x="5625497" y="2364653"/>
                              <a:pt x="5594027" y="2376280"/>
                              <a:pt x="5557440" y="2376280"/>
                            </a:cubicBezTo>
                            <a:cubicBezTo>
                              <a:pt x="5507830" y="2376280"/>
                              <a:pt x="5467523" y="2357987"/>
                              <a:pt x="5436517" y="2321400"/>
                            </a:cubicBezTo>
                            <a:cubicBezTo>
                              <a:pt x="5421014" y="2303107"/>
                              <a:pt x="5409387" y="2278612"/>
                              <a:pt x="5401635" y="2247916"/>
                            </a:cubicBezTo>
                            <a:lnTo>
                              <a:pt x="5396909" y="2220441"/>
                            </a:lnTo>
                            <a:lnTo>
                              <a:pt x="5396909" y="2058963"/>
                            </a:lnTo>
                            <a:lnTo>
                              <a:pt x="5401810" y="2032231"/>
                            </a:lnTo>
                            <a:cubicBezTo>
                              <a:pt x="5409677" y="2002853"/>
                              <a:pt x="5421479" y="1979095"/>
                              <a:pt x="5437215" y="1960957"/>
                            </a:cubicBezTo>
                            <a:cubicBezTo>
                              <a:pt x="5468686" y="1924680"/>
                              <a:pt x="5509691" y="1906542"/>
                              <a:pt x="5560231" y="1906542"/>
                            </a:cubicBezTo>
                            <a:cubicBezTo>
                              <a:pt x="5596818" y="1906542"/>
                              <a:pt x="5627901" y="1916773"/>
                              <a:pt x="5653481" y="1937237"/>
                            </a:cubicBezTo>
                            <a:cubicBezTo>
                              <a:pt x="5679060" y="1957701"/>
                              <a:pt x="5695882" y="1985606"/>
                              <a:pt x="5703943" y="2020953"/>
                            </a:cubicBezTo>
                            <a:lnTo>
                              <a:pt x="5840213" y="1988397"/>
                            </a:lnTo>
                            <a:cubicBezTo>
                              <a:pt x="5824711" y="1933827"/>
                              <a:pt x="5801456" y="1891969"/>
                              <a:pt x="5770450" y="1862823"/>
                            </a:cubicBezTo>
                            <a:cubicBezTo>
                              <a:pt x="5718360" y="1813524"/>
                              <a:pt x="5650612" y="1788874"/>
                              <a:pt x="5567207" y="1788874"/>
                            </a:cubicBezTo>
                            <a:cubicBezTo>
                              <a:pt x="5519458" y="1788874"/>
                              <a:pt x="5476321" y="1796723"/>
                              <a:pt x="5437796" y="1812419"/>
                            </a:cubicBezTo>
                            <a:lnTo>
                              <a:pt x="5396909" y="1834569"/>
                            </a:lnTo>
                            <a:close/>
                          </a:path>
                        </a:pathLst>
                      </a:custGeom>
                      <a:solidFill>
                        <a:srgbClr val="00B0F0"/>
                      </a:solidFill>
                      <a:ln>
                        <a:noFill/>
                      </a:ln>
                      <a:effectLst/>
                    </p:spPr>
                    <p:txBody>
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pt-BR" sz="19500" b="1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6" name="Retângulo 5">
                        <a:extLst>
                          <a:ext uri="{FF2B5EF4-FFF2-40B4-BE49-F238E27FC236}">
                            <a16:creationId xmlns:a16="http://schemas.microsoft.com/office/drawing/2014/main" id="{6AA35A04-66EF-68CF-F586-AF390F6D67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940902" y="0"/>
                        <a:ext cx="1251098" cy="6858000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</p:grpSp>
                <p:grpSp>
                  <p:nvGrpSpPr>
                    <p:cNvPr id="20" name="Agrupar 19">
                      <a:extLst>
                        <a:ext uri="{FF2B5EF4-FFF2-40B4-BE49-F238E27FC236}">
                          <a16:creationId xmlns:a16="http://schemas.microsoft.com/office/drawing/2014/main" id="{83763ADE-440D-69EB-F26E-D6C02474B8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62741" y="-1242044"/>
                      <a:ext cx="12354012" cy="9325630"/>
                      <a:chOff x="-162741" y="-1242044"/>
                      <a:chExt cx="12354012" cy="9325630"/>
                    </a:xfrm>
                  </p:grpSpPr>
                  <p:sp>
                    <p:nvSpPr>
                      <p:cNvPr id="8" name="Retângulo 7">
                        <a:extLst>
                          <a:ext uri="{FF2B5EF4-FFF2-40B4-BE49-F238E27FC236}">
                            <a16:creationId xmlns:a16="http://schemas.microsoft.com/office/drawing/2014/main" id="{B19E756B-4AD6-79D0-34BF-6B4CC1B464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729" y="-23598"/>
                        <a:ext cx="12192000" cy="6873369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9" name="CaixaDeTexto 8">
                        <a:extLst>
                          <a:ext uri="{FF2B5EF4-FFF2-40B4-BE49-F238E27FC236}">
                            <a16:creationId xmlns:a16="http://schemas.microsoft.com/office/drawing/2014/main" id="{834C329A-8EF2-19A9-1344-4C06698842E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-162741" y="-1242044"/>
                        <a:ext cx="5120408" cy="932563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pt-BR" sz="15000" b="1" i="0" spc="-150" dirty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 OS</a:t>
                        </a:r>
                        <a:endParaRPr lang="pt-BR" sz="15000" spc="-15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pic>
                    <p:nvPicPr>
                      <p:cNvPr id="10" name="Imagem 9" descr="Ícone&#10;&#10;Descrição gerada automaticamente">
                        <a:extLst>
                          <a:ext uri="{FF2B5EF4-FFF2-40B4-BE49-F238E27FC236}">
                            <a16:creationId xmlns:a16="http://schemas.microsoft.com/office/drawing/2014/main" id="{1C3216A8-161F-3EA1-A720-776CDEC693A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3537432" y="5488505"/>
                        <a:ext cx="1489267" cy="1489267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1" name="Retângulo 10">
                        <a:extLst>
                          <a:ext uri="{FF2B5EF4-FFF2-40B4-BE49-F238E27FC236}">
                            <a16:creationId xmlns:a16="http://schemas.microsoft.com/office/drawing/2014/main" id="{46DE947D-714C-0CD1-28ED-E55B212FB0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6699" y="465559"/>
                        <a:ext cx="1623157" cy="15493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12" name="Retângulo 11">
                        <a:extLst>
                          <a:ext uri="{FF2B5EF4-FFF2-40B4-BE49-F238E27FC236}">
                            <a16:creationId xmlns:a16="http://schemas.microsoft.com/office/drawing/2014/main" id="{8DC35619-B04E-EEB1-AF70-FEC8DCD9CC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1498" y="2501893"/>
                        <a:ext cx="1623157" cy="15493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13" name="Retângulo 12">
                        <a:extLst>
                          <a:ext uri="{FF2B5EF4-FFF2-40B4-BE49-F238E27FC236}">
                            <a16:creationId xmlns:a16="http://schemas.microsoft.com/office/drawing/2014/main" id="{ED519175-A824-F306-1CC4-5CA0CBC172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12412" y="4472185"/>
                        <a:ext cx="1623157" cy="15493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sp>
                    <p:nvSpPr>
                      <p:cNvPr id="14" name="CaixaDeTexto 13">
                        <a:extLst>
                          <a:ext uri="{FF2B5EF4-FFF2-40B4-BE49-F238E27FC236}">
                            <a16:creationId xmlns:a16="http://schemas.microsoft.com/office/drawing/2014/main" id="{4670715B-95A7-DA5E-87AE-30BBEE6B969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12412" y="530042"/>
                        <a:ext cx="1637443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i="0" spc="-150">
                            <a:solidFill>
                              <a:srgbClr val="00B0F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História e origem</a:t>
                        </a:r>
                        <a:endParaRPr lang="pt-BR" spc="-15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5" name="CaixaDeTexto 14">
                        <a:extLst>
                          <a:ext uri="{FF2B5EF4-FFF2-40B4-BE49-F238E27FC236}">
                            <a16:creationId xmlns:a16="http://schemas.microsoft.com/office/drawing/2014/main" id="{B01F86F3-B02B-01C8-0168-BCAF32BB5D8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15594" y="2427834"/>
                        <a:ext cx="1637443" cy="6463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pt-BR" b="0" i="0" spc="-150">
                            <a:solidFill>
                              <a:srgbClr val="00B0F0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Objetivo e Finalidade</a:t>
                        </a:r>
                        <a:endParaRPr lang="pt-BR" spc="-15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" name="CaixaDeTexto 15">
                        <a:extLst>
                          <a:ext uri="{FF2B5EF4-FFF2-40B4-BE49-F238E27FC236}">
                            <a16:creationId xmlns:a16="http://schemas.microsoft.com/office/drawing/2014/main" id="{D346B525-020E-B17B-6D34-FECFD8CB67D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992889" y="4453120"/>
                        <a:ext cx="1637443" cy="6701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Bef>
                            <a:spcPts val="1200"/>
                          </a:spcBef>
                        </a:pPr>
                        <a:r>
                          <a:rPr lang="pt-BR" sz="1800" kern="100" spc="-150">
                            <a:solidFill>
                              <a:srgbClr val="00B0F0"/>
                            </a:solidFill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Interface de Usuário</a:t>
                        </a:r>
                        <a:endParaRPr lang="pt-BR" sz="1800" kern="100" spc="-150">
                          <a:solidFill>
                            <a:srgbClr val="00B0F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7" name="CaixaDeTexto 16">
                        <a:extLst>
                          <a:ext uri="{FF2B5EF4-FFF2-40B4-BE49-F238E27FC236}">
                            <a16:creationId xmlns:a16="http://schemas.microsoft.com/office/drawing/2014/main" id="{EE7930D6-9CB5-3CC8-A79B-47F4DD38741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28009" y="465559"/>
                        <a:ext cx="5274576" cy="175432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teve origem como um conjunto de temas e aplicativos para o Ubuntu, mas evoluiu para se tornar sua própria distribuição Linux independente, com o objetivo de criar um ambiente de desktop elegante e amigável para os usuários. Ele introduziu o ambiente de desktop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Pantheon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e lançou várias versões, mantendo um forte foco na usabilidade e no design. Financiou seu desenvolvimento por meio de recompensas e doações da comunidade e baseou-se nas versões LTS do Ubuntu para garantir estabilidade e suporte de longo prazo.</a:t>
                        </a:r>
                        <a:endPara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8" name="CaixaDeTexto 17">
                        <a:extLst>
                          <a:ext uri="{FF2B5EF4-FFF2-40B4-BE49-F238E27FC236}">
                            <a16:creationId xmlns:a16="http://schemas.microsoft.com/office/drawing/2014/main" id="{0E7A3EAC-F798-865B-69A2-F549F621661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31776" y="2265026"/>
                        <a:ext cx="5333722" cy="212365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é uma distribuição Linux que tem como principal objetivo oferecer uma experiência de sistema operacional elegante e fácil de usar para os usuários. Sua finalidade inclui a ênfase na usabilidade e no design elegante, facilitando tarefas cotidianas. A distribuição é baseada em versões LTS do Ubuntu para garantir estabilidade e confiabilidade a longo prazo. O projeto desenvolve seu ambiente de desktop personalizado, 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Pantheon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, e aplicativos exclusivos para fornecer uma experiência consistente. Além disso, 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promove o software de código aberto, incentiva a contribuição da comunidade e busca ampliar o ecossistema Linux, oferecendo uma alternativa atraente para os usuários.</a:t>
                        </a:r>
                        <a:endPara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" name="CaixaDeTexto 18">
                        <a:extLst>
                          <a:ext uri="{FF2B5EF4-FFF2-40B4-BE49-F238E27FC236}">
                            <a16:creationId xmlns:a16="http://schemas.microsoft.com/office/drawing/2014/main" id="{B6807950-AEEA-7A1B-5FEE-16EB95A6611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92874" y="4388684"/>
                        <a:ext cx="5274576" cy="193899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just"/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A interface de usuário do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Elementary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OS é um destaque da distribuição Linux, caracterizada por seu design elegante e amigável. Utiliza o ambiente de desktop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Pantheon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, que é minimalista e intuitivo, com uma </a:t>
                        </a:r>
                        <a:r>
                          <a:rPr lang="pt-BR" sz="1200" b="1" i="0" dirty="0" err="1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dock</a:t>
                        </a:r>
                        <a:r>
                          <a:rPr lang="pt-BR" sz="1200" b="1" i="0" dirty="0"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na parte inferior para acesso rápido a aplicativos. Possui um menu de aplicativos organizado de forma intuitiva e oferece suporte a gestos multitoque. A filosofia de design coeso se reflete em todos os aplicativos nativos, proporcionando uma experiência consistente. Além disso, possui uma Central de Configurações para personalização e simplifica a experiência do usuário, enfatizando a beleza e a simplicidade.</a:t>
                        </a:r>
                        <a:endPara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</p:grpSp>
              <p:grpSp>
                <p:nvGrpSpPr>
                  <p:cNvPr id="46" name="Agrupar 45">
                    <a:extLst>
                      <a:ext uri="{FF2B5EF4-FFF2-40B4-BE49-F238E27FC236}">
                        <a16:creationId xmlns:a16="http://schemas.microsoft.com/office/drawing/2014/main" id="{68390CBD-420B-F819-47DE-543D08F66BAC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117600"/>
                    <a:ext cx="13575910" cy="8173667"/>
                    <a:chOff x="0" y="117600"/>
                    <a:chExt cx="13575910" cy="8173667"/>
                  </a:xfrm>
                </p:grpSpPr>
                <p:sp>
                  <p:nvSpPr>
                    <p:cNvPr id="45" name="Retângulo 44">
                      <a:extLst>
                        <a:ext uri="{FF2B5EF4-FFF2-40B4-BE49-F238E27FC236}">
                          <a16:creationId xmlns:a16="http://schemas.microsoft.com/office/drawing/2014/main" id="{FEF0D03B-6AA0-820F-5DB8-BEDFC23DD1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558" y="2300226"/>
                      <a:ext cx="3407419" cy="396546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 dirty="0"/>
                    </a:p>
                  </p:txBody>
                </p:sp>
                <p:sp>
                  <p:nvSpPr>
                    <p:cNvPr id="36" name="CaixaDeTexto 35">
                      <a:extLst>
                        <a:ext uri="{FF2B5EF4-FFF2-40B4-BE49-F238E27FC236}">
                          <a16:creationId xmlns:a16="http://schemas.microsoft.com/office/drawing/2014/main" id="{A2944766-FCA3-0639-A941-F43C5B706D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117600"/>
                      <a:ext cx="12668753" cy="178510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pt-BR" sz="11000" b="1" spc="-30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ELEMENTERY OS</a:t>
                      </a:r>
                      <a:endParaRPr lang="pt-BR" sz="11000" spc="-300" dirty="0">
                        <a:solidFill>
                          <a:srgbClr val="00B0F0"/>
                        </a:solidFill>
                      </a:endParaRPr>
                    </a:p>
                  </p:txBody>
                </p:sp>
                <p:pic>
                  <p:nvPicPr>
                    <p:cNvPr id="37" name="Imagem 36" descr="Ícone&#10;&#10;Descrição gerada automaticamente">
                      <a:extLst>
                        <a:ext uri="{FF2B5EF4-FFF2-40B4-BE49-F238E27FC236}">
                          <a16:creationId xmlns:a16="http://schemas.microsoft.com/office/drawing/2014/main" id="{6D5A718C-B758-5022-9E22-83FE5CA3DCB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305893" y="3021250"/>
                      <a:ext cx="5270017" cy="5270017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9" name="CaixaDeTexto 38">
                      <a:extLst>
                        <a:ext uri="{FF2B5EF4-FFF2-40B4-BE49-F238E27FC236}">
                          <a16:creationId xmlns:a16="http://schemas.microsoft.com/office/drawing/2014/main" id="{584C01C7-81CA-BC9E-C89D-527E968688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3414" y="2300226"/>
                      <a:ext cx="3391563" cy="36354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r>
                        <a:rPr lang="pt-BR" sz="2000" b="1" kern="100" spc="-150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Gerenciador de Pacotes</a:t>
                      </a:r>
                      <a:endParaRPr lang="pt-BR" sz="2000" b="1" kern="100" spc="-15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endParaRPr lang="pt-BR" sz="1200" b="1" kern="100" spc="-150" dirty="0">
                        <a:solidFill>
                          <a:srgbClr val="00B0F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OS, uma distribuição Linux baseada no Ubuntu, utiliza o gerenciador de pacotes "APT" (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Advanced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Package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Tool) como seu sistema principal de gerenciamento de pacotes. Isso permite que os usuários instalem, atualizem e removam pacotes de software facilmente por meio de comandos na linha de comando. Além disso, 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 oferece uma interface gráfica chamada "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AppCenter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," uma loja de aplicativos que simplifica a instalação e atualização de software, proporcionando uma experiência intuitiva e integrada ao ambiente de desktop do sistema.</a:t>
                      </a:r>
                      <a:endParaRPr lang="pt-BR" sz="1200" dirty="0">
                        <a:solidFill>
                          <a:srgbClr val="00B0F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pt-BR" dirty="0"/>
                    </a:p>
                  </p:txBody>
                </p:sp>
                <p:sp>
                  <p:nvSpPr>
                    <p:cNvPr id="40" name="Retângulo 39">
                      <a:extLst>
                        <a:ext uri="{FF2B5EF4-FFF2-40B4-BE49-F238E27FC236}">
                          <a16:creationId xmlns:a16="http://schemas.microsoft.com/office/drawing/2014/main" id="{C09C332D-8FB0-5447-E5C0-4EFCA51290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8113" y="2300226"/>
                      <a:ext cx="3407419" cy="396546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 dirty="0"/>
                    </a:p>
                  </p:txBody>
                </p:sp>
                <p:sp>
                  <p:nvSpPr>
                    <p:cNvPr id="41" name="CaixaDeTexto 40">
                      <a:extLst>
                        <a:ext uri="{FF2B5EF4-FFF2-40B4-BE49-F238E27FC236}">
                          <a16:creationId xmlns:a16="http://schemas.microsoft.com/office/drawing/2014/main" id="{FC9320A9-B21D-2F6A-D89B-F64A2BC707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78113" y="2393492"/>
                      <a:ext cx="3407419" cy="39388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r>
                        <a:rPr lang="pt-BR" b="1" kern="100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Comunidade e suporte</a:t>
                      </a:r>
                      <a:endParaRPr lang="pt-BR" b="1" kern="100" dirty="0">
                        <a:solidFill>
                          <a:srgbClr val="00B0F0"/>
                        </a:solidFill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endParaRPr lang="pt-BR" sz="1000" b="1" kern="100" spc="-150" dirty="0">
                        <a:solidFill>
                          <a:srgbClr val="00B0F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just"/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comunidade e o suporte em torno do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OS, uma distribuição Linux, são robustos e abrangentes. Os recursos incluem um site oficial com documentação detalhada, um fórum comunitário para discussões e suporte, blogs e redes sociais onde os usuários compartilham informações, GitHub para colaboração no desenvolvimento, suporte técnico pago para necessidades específicas, além da riqueza de recursos e suporte relacionados ao Ubuntu, no qual o </a:t>
                      </a:r>
                      <a:r>
                        <a:rPr lang="pt-BR" sz="1200" b="0" i="0" dirty="0" err="1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</a:t>
                      </a:r>
                      <a:r>
                        <a:rPr lang="pt-BR" sz="1200" b="0" i="0" dirty="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OS é baseado. A comunidade também promove o envolvimento de desenvolvedores por meio de recompensas, incentivando o crescimento e aprimoramento contínuo do sistema.</a:t>
                      </a:r>
                      <a:endParaRPr lang="pt-BR" sz="1200" dirty="0">
                        <a:solidFill>
                          <a:srgbClr val="00B0F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pt-BR" dirty="0"/>
                    </a:p>
                  </p:txBody>
                </p:sp>
              </p:grpSp>
            </p:grpSp>
            <p:grpSp>
              <p:nvGrpSpPr>
                <p:cNvPr id="58" name="Agrupar 57">
                  <a:extLst>
                    <a:ext uri="{FF2B5EF4-FFF2-40B4-BE49-F238E27FC236}">
                      <a16:creationId xmlns:a16="http://schemas.microsoft.com/office/drawing/2014/main" id="{D2E32B0F-A8E9-C56C-EFA2-08BD47415305}"/>
                    </a:ext>
                  </a:extLst>
                </p:cNvPr>
                <p:cNvGrpSpPr/>
                <p:nvPr/>
              </p:nvGrpSpPr>
              <p:grpSpPr>
                <a:xfrm>
                  <a:off x="-256944" y="-77338"/>
                  <a:ext cx="12803008" cy="6972300"/>
                  <a:chOff x="-256944" y="-77338"/>
                  <a:chExt cx="12803008" cy="6972300"/>
                </a:xfrm>
              </p:grpSpPr>
              <p:sp>
                <p:nvSpPr>
                  <p:cNvPr id="48" name="Retângulo 47">
                    <a:extLst>
                      <a:ext uri="{FF2B5EF4-FFF2-40B4-BE49-F238E27FC236}">
                        <a16:creationId xmlns:a16="http://schemas.microsoft.com/office/drawing/2014/main" id="{CE7D2740-C273-1695-2FDA-8C97E1AF77D5}"/>
                      </a:ext>
                    </a:extLst>
                  </p:cNvPr>
                  <p:cNvSpPr/>
                  <p:nvPr/>
                </p:nvSpPr>
                <p:spPr>
                  <a:xfrm>
                    <a:off x="5026782" y="550948"/>
                    <a:ext cx="7519282" cy="5987973"/>
                  </a:xfrm>
                  <a:prstGeom prst="rect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49" name="Retângulo: Cantos Arredondados 48">
                    <a:extLst>
                      <a:ext uri="{FF2B5EF4-FFF2-40B4-BE49-F238E27FC236}">
                        <a16:creationId xmlns:a16="http://schemas.microsoft.com/office/drawing/2014/main" id="{4792C279-B417-5E39-051A-6953883CD05B}"/>
                      </a:ext>
                    </a:extLst>
                  </p:cNvPr>
                  <p:cNvSpPr/>
                  <p:nvPr/>
                </p:nvSpPr>
                <p:spPr>
                  <a:xfrm>
                    <a:off x="-210486" y="-77338"/>
                    <a:ext cx="3009184" cy="6972300"/>
                  </a:xfrm>
                  <a:prstGeom prst="roundRect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50" name="CaixaDeTexto 49">
                    <a:extLst>
                      <a:ext uri="{FF2B5EF4-FFF2-40B4-BE49-F238E27FC236}">
                        <a16:creationId xmlns:a16="http://schemas.microsoft.com/office/drawing/2014/main" id="{574D4C04-7D2B-1AC4-B9B0-D6276A3BE362}"/>
                      </a:ext>
                    </a:extLst>
                  </p:cNvPr>
                  <p:cNvSpPr txBox="1"/>
                  <p:nvPr/>
                </p:nvSpPr>
                <p:spPr>
                  <a:xfrm>
                    <a:off x="-256944" y="1400238"/>
                    <a:ext cx="3767145" cy="27084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85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ARCH LINUX</a:t>
                    </a:r>
                    <a:endParaRPr lang="pt-BR" sz="8500" b="1" spc="-300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1" name="CaixaDeTexto 50">
                    <a:extLst>
                      <a:ext uri="{FF2B5EF4-FFF2-40B4-BE49-F238E27FC236}">
                        <a16:creationId xmlns:a16="http://schemas.microsoft.com/office/drawing/2014/main" id="{6382F21A-0533-B857-A732-EB1AF64F28AE}"/>
                      </a:ext>
                    </a:extLst>
                  </p:cNvPr>
                  <p:cNvSpPr txBox="1"/>
                  <p:nvPr/>
                </p:nvSpPr>
                <p:spPr>
                  <a:xfrm>
                    <a:off x="4519451" y="664314"/>
                    <a:ext cx="3996444" cy="5539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3000" b="1" spc="-3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História e Origens</a:t>
                    </a:r>
                  </a:p>
                </p:txBody>
              </p:sp>
              <p:sp>
                <p:nvSpPr>
                  <p:cNvPr id="52" name="CaixaDeTexto 51">
                    <a:extLst>
                      <a:ext uri="{FF2B5EF4-FFF2-40B4-BE49-F238E27FC236}">
                        <a16:creationId xmlns:a16="http://schemas.microsoft.com/office/drawing/2014/main" id="{E15AF1AA-6D54-E572-806B-C312D21A265F}"/>
                      </a:ext>
                    </a:extLst>
                  </p:cNvPr>
                  <p:cNvSpPr txBox="1"/>
                  <p:nvPr/>
                </p:nvSpPr>
                <p:spPr>
                  <a:xfrm>
                    <a:off x="5044077" y="1313880"/>
                    <a:ext cx="7058498" cy="11695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pt-BR" sz="1400" b="1" i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 Arch Linux é uma distribuição Linux que foi criada por Judd Vinet no ano 2002. A motivação por trás do Arch era fornecer uma plataforma simples e leve, mantendo o controle nas mãos dos usuários para criar um sistema Linux altamente personalizado. A filosofia fundamental do Arch Linux é a simplicidade, elegância e código limpo.</a:t>
                    </a:r>
                    <a:r>
                      <a:rPr lang="pt-BR" sz="1400" b="0" i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 </a:t>
                    </a:r>
                    <a:endParaRPr lang="pt-BR" sz="140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3" name="CaixaDeTexto 52">
                    <a:extLst>
                      <a:ext uri="{FF2B5EF4-FFF2-40B4-BE49-F238E27FC236}">
                        <a16:creationId xmlns:a16="http://schemas.microsoft.com/office/drawing/2014/main" id="{A557892A-7E5C-519E-0F17-F17BFB89540C}"/>
                      </a:ext>
                    </a:extLst>
                  </p:cNvPr>
                  <p:cNvSpPr txBox="1"/>
                  <p:nvPr/>
                </p:nvSpPr>
                <p:spPr>
                  <a:xfrm>
                    <a:off x="4568664" y="2374883"/>
                    <a:ext cx="3996444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3200" b="1" i="0" spc="-300" dirty="0">
                        <a:solidFill>
                          <a:srgbClr val="000000"/>
                        </a:solidFill>
                        <a:effectLst/>
                        <a:latin typeface="WordVisi_MSFontService"/>
                      </a:rPr>
                      <a:t>Objetivo e finalidade</a:t>
                    </a:r>
                    <a:endParaRPr lang="pt-BR" sz="3000" b="1" spc="-3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4" name="CaixaDeTexto 53">
                    <a:extLst>
                      <a:ext uri="{FF2B5EF4-FFF2-40B4-BE49-F238E27FC236}">
                        <a16:creationId xmlns:a16="http://schemas.microsoft.com/office/drawing/2014/main" id="{0D9FDA09-62E3-6E70-DF34-FA6AF166E149}"/>
                      </a:ext>
                    </a:extLst>
                  </p:cNvPr>
                  <p:cNvSpPr txBox="1"/>
                  <p:nvPr/>
                </p:nvSpPr>
                <p:spPr>
                  <a:xfrm>
                    <a:off x="5093290" y="3024449"/>
                    <a:ext cx="7058498" cy="11695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pt-BR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 Arch Linux é uma distribuição de sistema operacional Linux que se destaca por sua simplicidade, alto grau de personalização e atualizações contínuas. Seus principais objetivos são permitir que os usuários construam sistemas personalizados, aprender mais sobre Linux e manter um sistema eficiente. É apreciado por sua comunidade ativa e rapidez de inicialização</a:t>
                    </a:r>
                    <a:endParaRPr lang="pt-BR" sz="14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5" name="CaixaDeTexto 54">
                    <a:extLst>
                      <a:ext uri="{FF2B5EF4-FFF2-40B4-BE49-F238E27FC236}">
                        <a16:creationId xmlns:a16="http://schemas.microsoft.com/office/drawing/2014/main" id="{9EA179D9-2F3D-48EF-8E17-A3B1D5C65145}"/>
                      </a:ext>
                    </a:extLst>
                  </p:cNvPr>
                  <p:cNvSpPr txBox="1"/>
                  <p:nvPr/>
                </p:nvSpPr>
                <p:spPr>
                  <a:xfrm>
                    <a:off x="4585045" y="4245561"/>
                    <a:ext cx="3996444" cy="5539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3000" b="1" i="0" spc="-3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Interface de usuário</a:t>
                    </a:r>
                    <a:r>
                      <a:rPr lang="pt-BR" sz="3000" b="0" i="0" spc="-3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 </a:t>
                    </a:r>
                    <a:endParaRPr lang="pt-BR" sz="3000" b="1" spc="-3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" name="CaixaDeTexto 55">
                    <a:extLst>
                      <a:ext uri="{FF2B5EF4-FFF2-40B4-BE49-F238E27FC236}">
                        <a16:creationId xmlns:a16="http://schemas.microsoft.com/office/drawing/2014/main" id="{04202BB4-163C-B6AC-5D54-648B40C49A1C}"/>
                      </a:ext>
                    </a:extLst>
                  </p:cNvPr>
                  <p:cNvSpPr txBox="1"/>
                  <p:nvPr/>
                </p:nvSpPr>
                <p:spPr>
                  <a:xfrm>
                    <a:off x="5109671" y="4895127"/>
                    <a:ext cx="7058498" cy="16004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pt-BR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 Arch Linux não inclui uma interface de usuário gráfica por padrão, permitindo que os usuários escolham e instalem sua interface preferida. Essa abordagem minimalista reflete a filosofia "faça você mesmo" da distribuição, onde os usuários têm controle total sobre a configuração do sistema. Populares opções incluem KDE Plasma, GNOME, </a:t>
                    </a:r>
                    <a:r>
                      <a:rPr lang="pt-BR" sz="1400" b="1" i="0" dirty="0" err="1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Xfce</a:t>
                    </a:r>
                    <a:r>
                      <a:rPr lang="pt-BR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, e gerenciadores de janelas minimalistas como i3. A instalação e configuração da interface são personalizadas, exigindo um nível mais avançado de conhecimento técnico por parte do usuário.</a:t>
                    </a:r>
                    <a:r>
                      <a:rPr lang="pt-BR" sz="1400" b="0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 </a:t>
                    </a:r>
                    <a:endParaRPr lang="pt-BR" sz="1400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pic>
                <p:nvPicPr>
                  <p:cNvPr id="57" name="Imagem 56" descr="Ícone&#10;&#10;Descrição gerada automaticamente">
                    <a:extLst>
                      <a:ext uri="{FF2B5EF4-FFF2-40B4-BE49-F238E27FC236}">
                        <a16:creationId xmlns:a16="http://schemas.microsoft.com/office/drawing/2014/main" id="{18822738-E9B9-7741-0008-8778AF2824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551047" y="5695346"/>
                    <a:ext cx="1041148" cy="104114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74" name="Agrupar 73">
                <a:extLst>
                  <a:ext uri="{FF2B5EF4-FFF2-40B4-BE49-F238E27FC236}">
                    <a16:creationId xmlns:a16="http://schemas.microsoft.com/office/drawing/2014/main" id="{330E72FF-8AAE-0B0D-9B4E-46051B86D66A}"/>
                  </a:ext>
                </a:extLst>
              </p:cNvPr>
              <p:cNvGrpSpPr/>
              <p:nvPr/>
            </p:nvGrpSpPr>
            <p:grpSpPr>
              <a:xfrm>
                <a:off x="-1" y="0"/>
                <a:ext cx="12192001" cy="6858000"/>
                <a:chOff x="-1" y="0"/>
                <a:chExt cx="12192001" cy="6858000"/>
              </a:xfrm>
            </p:grpSpPr>
            <p:sp>
              <p:nvSpPr>
                <p:cNvPr id="60" name="Retângulo 59">
                  <a:extLst>
                    <a:ext uri="{FF2B5EF4-FFF2-40B4-BE49-F238E27FC236}">
                      <a16:creationId xmlns:a16="http://schemas.microsoft.com/office/drawing/2014/main" id="{D5A331D9-6F87-35EB-0092-CA2E1B559A0C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12192001" cy="685800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61" name="Retângulo 60">
                  <a:extLst>
                    <a:ext uri="{FF2B5EF4-FFF2-40B4-BE49-F238E27FC236}">
                      <a16:creationId xmlns:a16="http://schemas.microsoft.com/office/drawing/2014/main" id="{6C2BE56C-C744-7D3C-8265-63F1877F3EFD}"/>
                    </a:ext>
                  </a:extLst>
                </p:cNvPr>
                <p:cNvSpPr/>
                <p:nvPr/>
              </p:nvSpPr>
              <p:spPr>
                <a:xfrm>
                  <a:off x="361447" y="324480"/>
                  <a:ext cx="4457133" cy="58039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2" name="Triângulo isósceles 61">
                  <a:extLst>
                    <a:ext uri="{FF2B5EF4-FFF2-40B4-BE49-F238E27FC236}">
                      <a16:creationId xmlns:a16="http://schemas.microsoft.com/office/drawing/2014/main" id="{E731AF40-9B0E-35E0-5D06-AD543A207D16}"/>
                    </a:ext>
                  </a:extLst>
                </p:cNvPr>
                <p:cNvSpPr/>
                <p:nvPr/>
              </p:nvSpPr>
              <p:spPr>
                <a:xfrm rot="16200000">
                  <a:off x="3856017" y="2819383"/>
                  <a:ext cx="1587943" cy="842594"/>
                </a:xfrm>
                <a:prstGeom prst="triangl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63" name="CaixaDeTexto 62">
                  <a:extLst>
                    <a:ext uri="{FF2B5EF4-FFF2-40B4-BE49-F238E27FC236}">
                      <a16:creationId xmlns:a16="http://schemas.microsoft.com/office/drawing/2014/main" id="{7F8B75E1-2FB0-5FBE-54CD-93E8D5282E31}"/>
                    </a:ext>
                  </a:extLst>
                </p:cNvPr>
                <p:cNvSpPr txBox="1"/>
                <p:nvPr/>
              </p:nvSpPr>
              <p:spPr>
                <a:xfrm>
                  <a:off x="232231" y="1441422"/>
                  <a:ext cx="4475395" cy="5170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1000" b="1" i="0" spc="-300" dirty="0">
                      <a:solidFill>
                        <a:srgbClr val="00B0F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ARCH LINUX</a:t>
                  </a:r>
                  <a:r>
                    <a:rPr lang="pt-BR" sz="11000" b="1" i="0" spc="-30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 </a:t>
                  </a:r>
                  <a:endParaRPr lang="pt-BR" sz="11000" b="1" spc="-3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64" name="Imagem 63" descr="Ícone&#10;&#10;Descrição gerada automaticamente">
                  <a:extLst>
                    <a:ext uri="{FF2B5EF4-FFF2-40B4-BE49-F238E27FC236}">
                      <a16:creationId xmlns:a16="http://schemas.microsoft.com/office/drawing/2014/main" id="{016F52DA-AA66-401D-ACF8-B9D361D345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40488" y="5742542"/>
                  <a:ext cx="1041148" cy="1041148"/>
                </a:xfrm>
                <a:prstGeom prst="rect">
                  <a:avLst/>
                </a:prstGeom>
              </p:spPr>
            </p:pic>
            <p:sp>
              <p:nvSpPr>
                <p:cNvPr id="65" name="CaixaDeTexto 64">
                  <a:extLst>
                    <a:ext uri="{FF2B5EF4-FFF2-40B4-BE49-F238E27FC236}">
                      <a16:creationId xmlns:a16="http://schemas.microsoft.com/office/drawing/2014/main" id="{43731869-86A5-A88E-0E24-0073A720192D}"/>
                    </a:ext>
                  </a:extLst>
                </p:cNvPr>
                <p:cNvSpPr txBox="1"/>
                <p:nvPr/>
              </p:nvSpPr>
              <p:spPr>
                <a:xfrm>
                  <a:off x="5157535" y="701767"/>
                  <a:ext cx="673549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4000" b="1" i="0" spc="-30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GERENCIADOR DE PACOTES</a:t>
                  </a:r>
                  <a:endParaRPr lang="pt-BR" sz="4000" spc="-3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" name="CaixaDeTexto 65">
                  <a:extLst>
                    <a:ext uri="{FF2B5EF4-FFF2-40B4-BE49-F238E27FC236}">
                      <a16:creationId xmlns:a16="http://schemas.microsoft.com/office/drawing/2014/main" id="{781693ED-BF02-EEFB-81FA-372D040C104B}"/>
                    </a:ext>
                  </a:extLst>
                </p:cNvPr>
                <p:cNvSpPr txBox="1"/>
                <p:nvPr/>
              </p:nvSpPr>
              <p:spPr>
                <a:xfrm>
                  <a:off x="4995370" y="1355156"/>
                  <a:ext cx="6387979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O Arch Linux utiliza o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Pacman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como seu gerenciador de pacotes padrão. O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Pacman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é conhecido por sua simplicidade e eficiência, facilitando a instalação, remoção e atualização de software. Ele gerencia dependências automaticamente, suporta o modelo de "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rolling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release" do Arch e permite aos usuários compilar pacotes a partir do código-fonte. O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Pacman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é uma ferramenta essencial para a gestão de software no Arch Linux, proporcionando uma experiência direta e poderosa.</a:t>
                  </a:r>
                  <a:endParaRPr lang="pt-BR" sz="1500" spc="-1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CaixaDeTexto 66">
                  <a:extLst>
                    <a:ext uri="{FF2B5EF4-FFF2-40B4-BE49-F238E27FC236}">
                      <a16:creationId xmlns:a16="http://schemas.microsoft.com/office/drawing/2014/main" id="{1AC99277-49EC-7423-BA5F-09F8CC36D406}"/>
                    </a:ext>
                  </a:extLst>
                </p:cNvPr>
                <p:cNvSpPr txBox="1"/>
                <p:nvPr/>
              </p:nvSpPr>
              <p:spPr>
                <a:xfrm>
                  <a:off x="5236257" y="3325697"/>
                  <a:ext cx="638622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4000" b="1" i="0" spc="-30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COMUNIDADE E SUPORTE </a:t>
                  </a:r>
                  <a:endParaRPr lang="pt-BR" sz="4000" b="1" spc="-3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" name="CaixaDeTexto 67">
                  <a:extLst>
                    <a:ext uri="{FF2B5EF4-FFF2-40B4-BE49-F238E27FC236}">
                      <a16:creationId xmlns:a16="http://schemas.microsoft.com/office/drawing/2014/main" id="{9BE6407F-1CD3-3D7C-9099-9C1F61D6A035}"/>
                    </a:ext>
                  </a:extLst>
                </p:cNvPr>
                <p:cNvSpPr txBox="1"/>
                <p:nvPr/>
              </p:nvSpPr>
              <p:spPr>
                <a:xfrm>
                  <a:off x="5065094" y="4033583"/>
                  <a:ext cx="6387979" cy="1754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 rtl="0" fontAlgn="base"/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A comunidade do Arch Linux desempenha um papel fundamental no suporte e desenvolvimento da distribuição. A extensa Arch Wiki, fóruns ativos, canais de IRC e listas de discussão proporcionam recursos valiosos para os usuários. O Arch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User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BR" sz="1500" i="0" spc="-150" dirty="0" err="1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Repository</a:t>
                  </a:r>
                  <a:r>
                    <a:rPr lang="pt-BR" sz="1500" i="0" spc="-150" dirty="0"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(AUR), mantido pela comunidade, permite a instalação de pacotes não oficiais. A comunidade contribui significativamente para a documentação, suporte e manutenção, tornando-se uma parte vital da experiência do Arch Linux. </a:t>
                  </a:r>
                </a:p>
                <a:p>
                  <a:pPr algn="ctr" rtl="0" fontAlgn="base"/>
                  <a:r>
                    <a:rPr lang="pt-BR" sz="1800" b="0" i="0" dirty="0"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</a:rPr>
                    <a:t> </a:t>
                  </a:r>
                  <a:endParaRPr lang="pt-BR" sz="1600" b="0" i="0" dirty="0">
                    <a:solidFill>
                      <a:srgbClr val="000000"/>
                    </a:solidFill>
                    <a:effectLst/>
                    <a:latin typeface="Segoe UI" panose="020B0502040204020203" pitchFamily="34" charset="0"/>
                  </a:endParaRPr>
                </a:p>
              </p:txBody>
            </p:sp>
          </p:grpSp>
        </p:grpSp>
        <p:sp>
          <p:nvSpPr>
            <p:cNvPr id="76" name="Retângulo 75">
              <a:extLst>
                <a:ext uri="{FF2B5EF4-FFF2-40B4-BE49-F238E27FC236}">
                  <a16:creationId xmlns:a16="http://schemas.microsoft.com/office/drawing/2014/main" id="{7F7502D5-CC17-54AE-C087-BF9AECB68F84}"/>
                </a:ext>
              </a:extLst>
            </p:cNvPr>
            <p:cNvSpPr/>
            <p:nvPr/>
          </p:nvSpPr>
          <p:spPr>
            <a:xfrm>
              <a:off x="2220335" y="3727391"/>
              <a:ext cx="7969039" cy="356409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7" name="CaixaDeTexto 76">
              <a:extLst>
                <a:ext uri="{FF2B5EF4-FFF2-40B4-BE49-F238E27FC236}">
                  <a16:creationId xmlns:a16="http://schemas.microsoft.com/office/drawing/2014/main" id="{A84B6C15-3456-EBE1-C8EE-459F28DBC769}"/>
                </a:ext>
              </a:extLst>
            </p:cNvPr>
            <p:cNvSpPr txBox="1"/>
            <p:nvPr/>
          </p:nvSpPr>
          <p:spPr>
            <a:xfrm>
              <a:off x="3392413" y="1362712"/>
              <a:ext cx="5900818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0000" b="1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4075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5508</Words>
  <Application>Microsoft Office PowerPoint</Application>
  <PresentationFormat>Widescreen</PresentationFormat>
  <Paragraphs>168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GUILHERME CORREA RIBEIRO</dc:creator>
  <cp:lastModifiedBy>GUILHERME CORREA RIBEIRO</cp:lastModifiedBy>
  <cp:revision>2</cp:revision>
  <dcterms:created xsi:type="dcterms:W3CDTF">2023-10-05T22:05:00Z</dcterms:created>
  <dcterms:modified xsi:type="dcterms:W3CDTF">2023-10-09T01:35:38Z</dcterms:modified>
</cp:coreProperties>
</file>