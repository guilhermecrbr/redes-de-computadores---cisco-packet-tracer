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vNSxZ0dE79c0v+Uczl7cOu6LZ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511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Roboto"/>
              <a:buNone/>
            </a:pPr>
            <a:r>
              <a:rPr lang="pt-BR" b="0" i="0">
                <a:latin typeface="Roboto"/>
                <a:ea typeface="Roboto"/>
                <a:cs typeface="Roboto"/>
                <a:sym typeface="Roboto"/>
              </a:rPr>
              <a:t>PfBlockerNG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6" name="Google Shape;86;p1" descr="pfBlocker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85008" y="1382294"/>
            <a:ext cx="3821984" cy="374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Sobre</a:t>
            </a:r>
            <a:endParaRPr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Funciona como um servidor proxy, com foco principal em bloquear domínios, semelhante com o </a:t>
            </a:r>
            <a:r>
              <a:rPr lang="pt-BR" dirty="0" err="1"/>
              <a:t>Squid</a:t>
            </a:r>
            <a:r>
              <a:rPr lang="pt-BR"/>
              <a:t>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Tem como pontos positivos seu fácil manuseio e instalação.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Instalação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Vá em System &gt; Package Manager e na aba Available Packages deve-se procurar pfblocker e instalar. (Recomendado a versão 3 ou mais atual)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1681" y="2824300"/>
            <a:ext cx="641032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Inicial</a:t>
            </a:r>
            <a:endParaRPr/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Basta ir em Firewall &gt; pfBlockerNG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primeira vez que acessa, ele será iniciado com um assistente que iremos seguir: 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243263"/>
            <a:ext cx="6448425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Inicial</a:t>
            </a:r>
            <a:endParaRPr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primeira página é apenas um aviso que caso já tenha uma configuração anterior, a mesma será apagada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modificações do Firewall serão integrados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215" y="3271336"/>
            <a:ext cx="8510292" cy="358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Inicial</a:t>
            </a:r>
            <a:endParaRPr/>
          </a:p>
        </p:txBody>
      </p:sp>
      <p:sp>
        <p:nvSpPr>
          <p:cNvPr id="119" name="Google Shape;1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Nessa etapa será configurada as nomenclaturas para saídas de rede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Nesse caso está como: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WAN = INBOUND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LAN = OUTBOUND</a:t>
            </a:r>
            <a:endParaRPr/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4884" y="3489158"/>
            <a:ext cx="6748463" cy="2687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Inicial</a:t>
            </a:r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Aqui é configurado o IP que irá pegar atualização ou utilizará para blacklists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também será configurado as portas de utilizações, pode deixar as padrões caso não estejam sendo utilizadas em outra funcionalidade</a:t>
            </a:r>
            <a:endParaRPr/>
          </a:p>
        </p:txBody>
      </p:sp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6270" y="3587750"/>
            <a:ext cx="7282251" cy="31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Inicial</a:t>
            </a:r>
            <a:endParaRPr/>
          </a:p>
        </p:txBody>
      </p:sp>
      <p:sp>
        <p:nvSpPr>
          <p:cNvPr id="133" name="Google Shape;13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 agora basta clicar em FINISH para salvar suas configurações e terminar o processo de configuração inicial do próprio assistente.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620" y="2749717"/>
            <a:ext cx="8285568" cy="262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Em General há as configurações padrões, como limite de peso de log, horário de atualização entre outros.</a:t>
            </a:r>
            <a:endParaRPr/>
          </a:p>
        </p:txBody>
      </p:sp>
      <p:pic>
        <p:nvPicPr>
          <p:cNvPr id="141" name="Google Shape;14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6774" y="2778125"/>
            <a:ext cx="632460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- DNSBL</a:t>
            </a:r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Aqui podemos realizar algumas configurações, sendo a página principal como as configurações padrões.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 aba de Grupos, são adicionados e gerenciados grupos que buscam atualizações. Já vem com uma criada, sendo essa a padrão do sistema.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001294"/>
            <a:ext cx="8671120" cy="2310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- DNSBL</a:t>
            </a:r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 aba Category, tem uma função muito interessante que é o bloqueio de sites pré-definidos por categorias. Já vindo com duas blacklists pré-configuradas, basta habilitar o que for necessário</a:t>
            </a:r>
            <a:endParaRPr/>
          </a:p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232" y="3139741"/>
            <a:ext cx="64198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Configuração - DNSBL</a:t>
            </a:r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Há a aba de SafeSeach em que se pode moderar as buscas em sites de pesquisas e em sites de vídeos também.</a:t>
            </a:r>
            <a:endParaRPr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382" y="2856747"/>
            <a:ext cx="8381979" cy="3320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Update</a:t>
            </a:r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Nessa parte pode se fazer as atualizações das informações adicionadas e atualizar suas preferencias aplicadas.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pt-BR">
                <a:solidFill>
                  <a:srgbClr val="FF0000"/>
                </a:solidFill>
              </a:rPr>
              <a:t>IMPORTANTE</a:t>
            </a:r>
            <a:r>
              <a:rPr lang="pt-BR"/>
              <a:t>: sempre atualize para que as modificações sejam aplicadas. Com Reload/All</a:t>
            </a:r>
            <a:endParaRPr/>
          </a:p>
        </p:txBody>
      </p:sp>
      <p:pic>
        <p:nvPicPr>
          <p:cNvPr id="169" name="Google Shape;16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715" y="3776663"/>
            <a:ext cx="64008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Reports</a:t>
            </a:r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Nessa guia, poderá ver todos os bloqueios aplicados, podendo até visualizar em formato de gráficos </a:t>
            </a:r>
            <a:endParaRPr/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297" y="2710656"/>
            <a:ext cx="7995419" cy="327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Logs</a:t>
            </a:r>
            <a:endParaRPr/>
          </a:p>
        </p:txBody>
      </p:sp>
      <p:sp>
        <p:nvSpPr>
          <p:cNvPr id="182" name="Google Shape;182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Aqui é possível ver todos os arquivos de log para entrar em maior detalhes do que esta acontecendo em suas defesas</a:t>
            </a:r>
            <a:endParaRPr/>
          </a:p>
        </p:txBody>
      </p:sp>
      <p:pic>
        <p:nvPicPr>
          <p:cNvPr id="183" name="Google Shape;1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7367" y="2652713"/>
            <a:ext cx="6881155" cy="384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Configurando sua própria lista</a:t>
            </a:r>
            <a:endParaRPr/>
          </a:p>
        </p:txBody>
      </p:sp>
      <p:sp>
        <p:nvSpPr>
          <p:cNvPr id="189" name="Google Shape;18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Primeiramente vá na guia IP e subguia IPV4 e vamos adicionar.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Primeiramente adicione o nome e descrição da lista.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 parte de IPV4 Source Definitions pode deixar padrão.</a:t>
            </a:r>
            <a:endParaRPr/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3473450"/>
            <a:ext cx="646747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Configurando sua própria lista</a:t>
            </a:r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 parte de Settings iremos escolher se sera uma White ou Black list em Action e por fim vá na ultima seção (IPV4 Custom List) e crie usa lista </a:t>
            </a:r>
            <a:endParaRPr/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0003" y="3625850"/>
            <a:ext cx="6219825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Widescreen</PresentationFormat>
  <Paragraphs>44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Roboto</vt:lpstr>
      <vt:lpstr>Calibri</vt:lpstr>
      <vt:lpstr>Arial</vt:lpstr>
      <vt:lpstr>Tema1</vt:lpstr>
      <vt:lpstr>PfBlockerNG</vt:lpstr>
      <vt:lpstr>Sobre</vt:lpstr>
      <vt:lpstr>Instalação</vt:lpstr>
      <vt:lpstr>Configuração Inicial</vt:lpstr>
      <vt:lpstr>Configuração Inicial</vt:lpstr>
      <vt:lpstr>Configuração Inicial</vt:lpstr>
      <vt:lpstr>Configuração Inicial</vt:lpstr>
      <vt:lpstr>Configuração Inicial</vt:lpstr>
      <vt:lpstr>Configuração</vt:lpstr>
      <vt:lpstr>Configuração - DNSBL</vt:lpstr>
      <vt:lpstr>Configuração - DNSBL</vt:lpstr>
      <vt:lpstr>Configuração - DNSBL</vt:lpstr>
      <vt:lpstr>Update</vt:lpstr>
      <vt:lpstr>Reports</vt:lpstr>
      <vt:lpstr>Logs</vt:lpstr>
      <vt:lpstr>Configurando sua própria lista</vt:lpstr>
      <vt:lpstr>Configurando sua própria lista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Hugo</dc:creator>
  <cp:lastModifiedBy>HUGO SANTOS MAGALHAES</cp:lastModifiedBy>
  <cp:revision>1</cp:revision>
  <dcterms:created xsi:type="dcterms:W3CDTF">2022-05-04T18:12:38Z</dcterms:created>
  <dcterms:modified xsi:type="dcterms:W3CDTF">2024-06-11T22:13:29Z</dcterms:modified>
</cp:coreProperties>
</file>