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47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683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1434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41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524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212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689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358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047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408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00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4C4E8-0DAB-49DD-A526-D81C0C674E4F}" type="datetimeFigureOut">
              <a:rPr lang="pt-BR" smtClean="0"/>
              <a:t>28/04/2022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D4990-6811-4FF8-A21F-ECA68D20E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11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etgate.com/pfsense/en/latest/" TargetMode="External"/><Relationship Id="rId2" Type="http://schemas.openxmlformats.org/officeDocument/2006/relationships/hyperlink" Target="https://docs.netgate.com/pfsense/en/latest/releases/version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Atualizações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 smtClean="0"/>
              <a:t>PFSense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812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Sobre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 atualização do Sistema é muito importante para correção de falhas das versões anteriores.</a:t>
            </a:r>
          </a:p>
          <a:p>
            <a:r>
              <a:rPr lang="pt-BR" dirty="0" smtClean="0"/>
              <a:t>Ter sempre a versão mais atualizada também possibilita a integração com outros softwares com sua total compatibilidade.</a:t>
            </a:r>
          </a:p>
          <a:p>
            <a:r>
              <a:rPr lang="pt-BR" dirty="0" smtClean="0"/>
              <a:t>No </a:t>
            </a:r>
            <a:r>
              <a:rPr lang="pt-BR" dirty="0" err="1" smtClean="0"/>
              <a:t>Pfsense</a:t>
            </a:r>
            <a:r>
              <a:rPr lang="pt-BR" dirty="0" smtClean="0"/>
              <a:t> você pode verificar sua versão logo na pagina inicial e quando foi sua ultima pesquisa de atualização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013" y="4642512"/>
            <a:ext cx="7512242" cy="166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6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Atualização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Caso tenha alguma atualização, a mesma também é mostrada na pagina inicial, e basta clicar para que seja instalada.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Lembre-se que é importante realizar um backup antes de atualizar, caso venha de ocorrer erros durante a instalação.</a:t>
            </a:r>
            <a:endParaRPr lang="pt-BR" dirty="0"/>
          </a:p>
        </p:txBody>
      </p:sp>
      <p:pic>
        <p:nvPicPr>
          <p:cNvPr id="1026" name="Picture 2" descr="Update pfsense on the command line -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876" y="2755663"/>
            <a:ext cx="53816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206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Verificar Correções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É possível verificar através de seu próprio site as correções e melhorias que foram feitas nas atualizações mais novas:</a:t>
            </a:r>
          </a:p>
          <a:p>
            <a:r>
              <a:rPr lang="pt-BR" dirty="0" smtClean="0">
                <a:hlinkClick r:id="rId2"/>
              </a:rPr>
              <a:t>https://docs.netgate.com/pfsense/en/latest/releases/versions.html</a:t>
            </a:r>
            <a:r>
              <a:rPr lang="pt-BR" dirty="0" smtClean="0"/>
              <a:t> 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/>
              <a:t>Também é possível verificar todo o conteúdo do </a:t>
            </a:r>
            <a:r>
              <a:rPr lang="pt-BR" dirty="0" err="1" smtClean="0"/>
              <a:t>pfsense</a:t>
            </a:r>
            <a:r>
              <a:rPr lang="pt-BR" dirty="0" smtClean="0"/>
              <a:t> através de seu guia oficial: </a:t>
            </a:r>
          </a:p>
          <a:p>
            <a:r>
              <a:rPr lang="pt-BR" dirty="0" smtClean="0">
                <a:hlinkClick r:id="rId3"/>
              </a:rPr>
              <a:t>https://docs.netgate.com/pfsense/en/latest/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29865"/>
      </p:ext>
    </p:extLst>
  </p:cSld>
  <p:clrMapOvr>
    <a:masterClrMapping/>
  </p:clrMapOvr>
</p:sld>
</file>

<file path=ppt/theme/theme1.xml><?xml version="1.0" encoding="utf-8"?>
<a:theme xmlns:a="http://schemas.openxmlformats.org/drawingml/2006/main" name="senac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nactema" id="{3A8E1440-A497-400C-867B-2C34016BE005}" vid="{38FEC716-E99F-4397-A317-86086EECE9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senactema</Template>
  <TotalTime>25</TotalTime>
  <Words>142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senactema</vt:lpstr>
      <vt:lpstr>Atualizações</vt:lpstr>
      <vt:lpstr>Sobre</vt:lpstr>
      <vt:lpstr>Atualização</vt:lpstr>
      <vt:lpstr>Verificar Correções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Atualizações</dc:title>
  <dc:creator>Hugo X</dc:creator>
  <cp:lastModifiedBy>Hugo X</cp:lastModifiedBy>
  <cp:revision>3</cp:revision>
  <dcterms:created xsi:type="dcterms:W3CDTF">2022-04-28T16:39:54Z</dcterms:created>
  <dcterms:modified xsi:type="dcterms:W3CDTF">2022-04-28T17:05:10Z</dcterms:modified>
</cp:coreProperties>
</file>